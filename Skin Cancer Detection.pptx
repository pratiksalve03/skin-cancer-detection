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2"/>
  </p:notesMasterIdLst>
  <p:handoutMasterIdLst>
    <p:handoutMasterId r:id="rId23"/>
  </p:handoutMasterIdLst>
  <p:sldIdLst>
    <p:sldId id="325" r:id="rId5"/>
    <p:sldId id="326" r:id="rId6"/>
    <p:sldId id="259" r:id="rId7"/>
    <p:sldId id="257" r:id="rId8"/>
    <p:sldId id="342" r:id="rId9"/>
    <p:sldId id="261" r:id="rId10"/>
    <p:sldId id="343" r:id="rId11"/>
    <p:sldId id="344" r:id="rId12"/>
    <p:sldId id="345" r:id="rId13"/>
    <p:sldId id="258" r:id="rId14"/>
    <p:sldId id="263" r:id="rId15"/>
    <p:sldId id="264" r:id="rId16"/>
    <p:sldId id="346" r:id="rId17"/>
    <p:sldId id="347" r:id="rId18"/>
    <p:sldId id="348" r:id="rId19"/>
    <p:sldId id="266" r:id="rId20"/>
    <p:sldId id="340"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816" userDrawn="1">
          <p15:clr>
            <a:srgbClr val="A4A3A4"/>
          </p15:clr>
        </p15:guide>
        <p15:guide id="2" orient="horz" pos="384"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D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C89EF96-8CEA-46FF-86C4-4CE0E760980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240" autoAdjust="0"/>
  </p:normalViewPr>
  <p:slideViewPr>
    <p:cSldViewPr snapToGrid="0">
      <p:cViewPr varScale="1">
        <p:scale>
          <a:sx n="78" d="100"/>
          <a:sy n="78" d="100"/>
        </p:scale>
        <p:origin x="878" y="206"/>
      </p:cViewPr>
      <p:guideLst>
        <p:guide pos="816"/>
        <p:guide orient="horz" pos="384"/>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1" d="100"/>
          <a:sy n="81" d="100"/>
        </p:scale>
        <p:origin x="2816"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BA57456-157A-C12A-2FEC-91B7B9EE491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D9D46761-828E-1508-56BD-BAEADF34862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FF95820-84BB-3447-8286-60A51307E7F2}" type="datetimeFigureOut">
              <a:rPr lang="en-US" smtClean="0"/>
              <a:t>12/30/2025</a:t>
            </a:fld>
            <a:endParaRPr lang="en-US" dirty="0"/>
          </a:p>
        </p:txBody>
      </p:sp>
      <p:sp>
        <p:nvSpPr>
          <p:cNvPr id="4" name="Footer Placeholder 3">
            <a:extLst>
              <a:ext uri="{FF2B5EF4-FFF2-40B4-BE49-F238E27FC236}">
                <a16:creationId xmlns:a16="http://schemas.microsoft.com/office/drawing/2014/main" id="{CD428A7E-6B0E-809C-73D1-4B5E2FF471A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89A5AA6-0C5B-430A-E0C4-C90B2F0A1C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E476440-F66F-F947-8EFC-EA5202ACFD25}" type="slidenum">
              <a:rPr lang="en-US" smtClean="0"/>
              <a:t>‹#›</a:t>
            </a:fld>
            <a:endParaRPr lang="en-US" dirty="0"/>
          </a:p>
        </p:txBody>
      </p:sp>
    </p:spTree>
    <p:extLst>
      <p:ext uri="{BB962C8B-B14F-4D97-AF65-F5344CB8AC3E}">
        <p14:creationId xmlns:p14="http://schemas.microsoft.com/office/powerpoint/2010/main" val="2337117637"/>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08FC54-6AE4-6A4A-9756-823A0F1BE5A6}" type="datetimeFigureOut">
              <a:rPr lang="en-US" smtClean="0"/>
              <a:t>12/30/2025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79E9EB-07EB-9D44-9F5A-AB1FBECCDD88}" type="slidenum">
              <a:rPr lang="en-US" smtClean="0"/>
              <a:t>‹#›</a:t>
            </a:fld>
            <a:endParaRPr lang="en-US" dirty="0"/>
          </a:p>
        </p:txBody>
      </p:sp>
    </p:spTree>
    <p:extLst>
      <p:ext uri="{BB962C8B-B14F-4D97-AF65-F5344CB8AC3E}">
        <p14:creationId xmlns:p14="http://schemas.microsoft.com/office/powerpoint/2010/main" val="1546758749"/>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76609C33-D605-6146-1378-F67C572F05C1}"/>
              </a:ext>
            </a:extLst>
          </p:cNvPr>
          <p:cNvSpPr/>
          <p:nvPr userDrawn="1"/>
        </p:nvSpPr>
        <p:spPr>
          <a:xfrm>
            <a:off x="0" y="0"/>
            <a:ext cx="12192000" cy="6858000"/>
          </a:xfrm>
          <a:custGeom>
            <a:avLst/>
            <a:gdLst>
              <a:gd name="connsiteX0" fmla="*/ 304800 w 12192000"/>
              <a:gd name="connsiteY0" fmla="*/ 266701 h 6858000"/>
              <a:gd name="connsiteX1" fmla="*/ 304800 w 12192000"/>
              <a:gd name="connsiteY1" fmla="*/ 6591300 h 6858000"/>
              <a:gd name="connsiteX2" fmla="*/ 11887200 w 12192000"/>
              <a:gd name="connsiteY2" fmla="*/ 6591300 h 6858000"/>
              <a:gd name="connsiteX3" fmla="*/ 11887200 w 12192000"/>
              <a:gd name="connsiteY3" fmla="*/ 266701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304800" y="266701"/>
                </a:moveTo>
                <a:lnTo>
                  <a:pt x="304800" y="6591300"/>
                </a:lnTo>
                <a:lnTo>
                  <a:pt x="11887200" y="6591300"/>
                </a:lnTo>
                <a:lnTo>
                  <a:pt x="11887200" y="266701"/>
                </a:lnTo>
                <a:close/>
                <a:moveTo>
                  <a:pt x="0" y="0"/>
                </a:moveTo>
                <a:lnTo>
                  <a:pt x="12192000" y="0"/>
                </a:lnTo>
                <a:lnTo>
                  <a:pt x="1219200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Title 8">
            <a:extLst>
              <a:ext uri="{FF2B5EF4-FFF2-40B4-BE49-F238E27FC236}">
                <a16:creationId xmlns:a16="http://schemas.microsoft.com/office/drawing/2014/main" id="{42398E06-9E0E-BC81-DEB5-1DB2F8635C23}"/>
              </a:ext>
            </a:extLst>
          </p:cNvPr>
          <p:cNvSpPr>
            <a:spLocks noGrp="1"/>
          </p:cNvSpPr>
          <p:nvPr>
            <p:ph type="title"/>
          </p:nvPr>
        </p:nvSpPr>
        <p:spPr>
          <a:xfrm>
            <a:off x="838200" y="1417320"/>
            <a:ext cx="10515600" cy="4023360"/>
          </a:xfrm>
        </p:spPr>
        <p:txBody>
          <a:bodyPr anchor="ctr"/>
          <a:lstStyle>
            <a:lvl1pPr algn="ctr">
              <a:defRPr sz="5400" spc="300" baseline="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1524000" y="6044184"/>
            <a:ext cx="9144000" cy="356616"/>
          </a:xfrm>
        </p:spPr>
        <p:txBody>
          <a:bodyPr/>
          <a:lstStyle>
            <a:lvl1pPr marL="0" indent="0" algn="ctr">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4" name="Rectangle 13">
            <a:extLst>
              <a:ext uri="{FF2B5EF4-FFF2-40B4-BE49-F238E27FC236}">
                <a16:creationId xmlns:a16="http://schemas.microsoft.com/office/drawing/2014/main" id="{6DDC5B68-548C-395D-B9A9-EA694F6CB59F}"/>
              </a:ext>
            </a:extLst>
          </p:cNvPr>
          <p:cNvSpPr/>
          <p:nvPr userDrawn="1"/>
        </p:nvSpPr>
        <p:spPr>
          <a:xfrm>
            <a:off x="5891213" y="5628222"/>
            <a:ext cx="409575" cy="883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1906911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with image right">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F738F023-8BDF-71DB-D6AB-776F7C6413B2}"/>
              </a:ext>
            </a:extLst>
          </p:cNvPr>
          <p:cNvSpPr/>
          <p:nvPr userDrawn="1"/>
        </p:nvSpPr>
        <p:spPr>
          <a:xfrm>
            <a:off x="8610600" y="0"/>
            <a:ext cx="3581400" cy="6858000"/>
          </a:xfrm>
          <a:custGeom>
            <a:avLst/>
            <a:gdLst>
              <a:gd name="connsiteX0" fmla="*/ 0 w 3581400"/>
              <a:gd name="connsiteY0" fmla="*/ 0 h 6858000"/>
              <a:gd name="connsiteX1" fmla="*/ 3581400 w 3581400"/>
              <a:gd name="connsiteY1" fmla="*/ 0 h 6858000"/>
              <a:gd name="connsiteX2" fmla="*/ 3581400 w 3581400"/>
              <a:gd name="connsiteY2" fmla="*/ 6858000 h 6858000"/>
              <a:gd name="connsiteX3" fmla="*/ 0 w 3581400"/>
              <a:gd name="connsiteY3" fmla="*/ 6858000 h 6858000"/>
              <a:gd name="connsiteX4" fmla="*/ 0 w 3581400"/>
              <a:gd name="connsiteY4" fmla="*/ 6172201 h 6858000"/>
              <a:gd name="connsiteX5" fmla="*/ 2971800 w 3581400"/>
              <a:gd name="connsiteY5" fmla="*/ 6172201 h 6858000"/>
              <a:gd name="connsiteX6" fmla="*/ 2971800 w 3581400"/>
              <a:gd name="connsiteY6" fmla="*/ 685800 h 6858000"/>
              <a:gd name="connsiteX7" fmla="*/ 0 w 3581400"/>
              <a:gd name="connsiteY7" fmla="*/ 685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81400" h="6858000">
                <a:moveTo>
                  <a:pt x="0" y="0"/>
                </a:moveTo>
                <a:lnTo>
                  <a:pt x="3581400" y="0"/>
                </a:lnTo>
                <a:lnTo>
                  <a:pt x="3581400" y="6858000"/>
                </a:lnTo>
                <a:lnTo>
                  <a:pt x="0" y="6858000"/>
                </a:lnTo>
                <a:lnTo>
                  <a:pt x="0" y="6172201"/>
                </a:lnTo>
                <a:lnTo>
                  <a:pt x="2971800" y="6172201"/>
                </a:lnTo>
                <a:lnTo>
                  <a:pt x="2971800" y="685800"/>
                </a:lnTo>
                <a:lnTo>
                  <a:pt x="0" y="6858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280160" y="1097280"/>
            <a:ext cx="4114800" cy="2286000"/>
          </a:xfrm>
        </p:spPr>
        <p:txBody>
          <a:bodyPr/>
          <a:lstStyle>
            <a:lvl1pPr>
              <a:defRPr sz="3200" spc="300" baseline="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1280160" y="3566160"/>
            <a:ext cx="4114800" cy="2651760"/>
          </a:xfrm>
        </p:spPr>
        <p:txBody>
          <a:bodyPr>
            <a:normAutofit/>
          </a:bodyPr>
          <a:lstStyle>
            <a:lvl1pPr marL="457200" indent="-457200">
              <a:lnSpc>
                <a:spcPct val="100000"/>
              </a:lnSpc>
              <a:spcBef>
                <a:spcPts val="1400"/>
              </a:spcBef>
              <a:buClr>
                <a:schemeClr val="accent1"/>
              </a:buClr>
              <a:buFont typeface="Courier New" panose="02070309020205020404" pitchFamily="49" charset="0"/>
              <a:buChar char="o"/>
              <a:defRPr sz="2400" cap="all" spc="0" baseline="0"/>
            </a:lvl1pPr>
            <a:lvl2pPr marL="914400">
              <a:defRPr spc="0" baseline="0"/>
            </a:lvl2pPr>
            <a:lvl3pPr marL="1371600">
              <a:defRPr spc="0" baseline="0"/>
            </a:lvl3pPr>
            <a:lvl4pPr marL="1828800">
              <a:defRPr spc="0" baseline="0"/>
            </a:lvl4pPr>
            <a:lvl5pPr marL="2286000">
              <a:defRPr spc="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6">
            <a:extLst>
              <a:ext uri="{FF2B5EF4-FFF2-40B4-BE49-F238E27FC236}">
                <a16:creationId xmlns:a16="http://schemas.microsoft.com/office/drawing/2014/main" id="{90AD0F96-99DE-C9D9-569E-AE6FC6307EA7}"/>
              </a:ext>
            </a:extLst>
          </p:cNvPr>
          <p:cNvSpPr>
            <a:spLocks noGrp="1"/>
          </p:cNvSpPr>
          <p:nvPr>
            <p:ph type="pic" sz="quarter" idx="13"/>
          </p:nvPr>
        </p:nvSpPr>
        <p:spPr>
          <a:xfrm>
            <a:off x="5687568" y="1435608"/>
            <a:ext cx="5897880" cy="3977640"/>
          </a:xfrm>
          <a:noFill/>
        </p:spPr>
        <p:txBody>
          <a:bodyPr anchor="ctr"/>
          <a:lstStyle>
            <a:lvl1pPr marL="0" indent="0" algn="ctr">
              <a:buNone/>
              <a:defRPr/>
            </a:lvl1pPr>
          </a:lstStyle>
          <a:p>
            <a:r>
              <a:rPr lang="en-US"/>
              <a:t>Click icon to add picture</a:t>
            </a:r>
            <a:endParaRPr lang="en-US" dirty="0"/>
          </a:p>
        </p:txBody>
      </p:sp>
      <p:sp>
        <p:nvSpPr>
          <p:cNvPr id="9" name="Slide Number Placeholder 8">
            <a:extLst>
              <a:ext uri="{FF2B5EF4-FFF2-40B4-BE49-F238E27FC236}">
                <a16:creationId xmlns:a16="http://schemas.microsoft.com/office/drawing/2014/main" id="{969BB099-33E8-8B24-7E54-70E7457A1C7B}"/>
              </a:ext>
            </a:extLst>
          </p:cNvPr>
          <p:cNvSpPr>
            <a:spLocks noGrp="1"/>
          </p:cNvSpPr>
          <p:nvPr>
            <p:ph type="sldNum" sz="quarter" idx="11"/>
          </p:nvPr>
        </p:nvSpPr>
        <p:spPr/>
        <p:txBody>
          <a:bodyPr/>
          <a:lstStyle/>
          <a:p>
            <a:fld id="{75DF2D63-3FF5-D547-96B9-BE9CCD1ABA58}" type="slidenum">
              <a:rPr lang="en-US" smtClean="0"/>
              <a:t>‹#›</a:t>
            </a:fld>
            <a:endParaRPr lang="en-US" dirty="0"/>
          </a:p>
        </p:txBody>
      </p:sp>
      <p:cxnSp>
        <p:nvCxnSpPr>
          <p:cNvPr id="13" name="Straight Connector 12">
            <a:extLst>
              <a:ext uri="{FF2B5EF4-FFF2-40B4-BE49-F238E27FC236}">
                <a16:creationId xmlns:a16="http://schemas.microsoft.com/office/drawing/2014/main" id="{323EB7E3-3953-BAB4-1B15-383082C6C31E}"/>
              </a:ext>
            </a:extLst>
          </p:cNvPr>
          <p:cNvCxnSpPr>
            <a:cxnSpLocks/>
          </p:cNvCxnSpPr>
          <p:nvPr userDrawn="1"/>
        </p:nvCxnSpPr>
        <p:spPr>
          <a:xfrm>
            <a:off x="1295400" y="822960"/>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6816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subtitle +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841248" y="2697480"/>
            <a:ext cx="10515600" cy="2606040"/>
          </a:xfrm>
        </p:spPr>
        <p:txBody>
          <a:bodyPr anchor="ctr">
            <a:normAutofit/>
          </a:bodyPr>
          <a:lstStyle>
            <a:lvl1pPr algn="ctr">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p:nvPr>
        </p:nvSpPr>
        <p:spPr>
          <a:xfrm>
            <a:off x="841248" y="6044184"/>
            <a:ext cx="10515600" cy="457200"/>
          </a:xfrm>
        </p:spPr>
        <p:txBody>
          <a:bodyPr>
            <a:norm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Picture Placeholder 7">
            <a:extLst>
              <a:ext uri="{FF2B5EF4-FFF2-40B4-BE49-F238E27FC236}">
                <a16:creationId xmlns:a16="http://schemas.microsoft.com/office/drawing/2014/main" id="{AA872EE9-FDFB-95A7-3547-DCAA0B51FE21}"/>
              </a:ext>
            </a:extLst>
          </p:cNvPr>
          <p:cNvSpPr>
            <a:spLocks noGrp="1"/>
          </p:cNvSpPr>
          <p:nvPr>
            <p:ph type="pic" sz="quarter" idx="13"/>
          </p:nvPr>
        </p:nvSpPr>
        <p:spPr>
          <a:xfrm>
            <a:off x="0" y="0"/>
            <a:ext cx="12188952" cy="2368296"/>
          </a:xfrm>
        </p:spPr>
        <p:txBody>
          <a:bodyPr/>
          <a:lstStyle>
            <a:lvl1pPr marL="0" indent="0">
              <a:buNone/>
              <a:defRPr/>
            </a:lvl1pPr>
          </a:lstStyle>
          <a:p>
            <a:r>
              <a:rPr lang="en-US"/>
              <a:t>Click icon to add picture</a:t>
            </a:r>
            <a:endParaRPr lang="en-US" dirty="0"/>
          </a:p>
        </p:txBody>
      </p:sp>
      <p:sp>
        <p:nvSpPr>
          <p:cNvPr id="12" name="Rectangle 11">
            <a:extLst>
              <a:ext uri="{FF2B5EF4-FFF2-40B4-BE49-F238E27FC236}">
                <a16:creationId xmlns:a16="http://schemas.microsoft.com/office/drawing/2014/main" id="{103AD4F0-8C4C-FC68-2450-06419A6D0131}"/>
              </a:ext>
            </a:extLst>
          </p:cNvPr>
          <p:cNvSpPr/>
          <p:nvPr userDrawn="1"/>
        </p:nvSpPr>
        <p:spPr>
          <a:xfrm>
            <a:off x="5891213" y="5628222"/>
            <a:ext cx="409575" cy="883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321597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subtitle">
    <p:spTree>
      <p:nvGrpSpPr>
        <p:cNvPr id="1" name=""/>
        <p:cNvGrpSpPr/>
        <p:nvPr/>
      </p:nvGrpSpPr>
      <p:grpSpPr>
        <a:xfrm>
          <a:off x="0" y="0"/>
          <a:ext cx="0" cy="0"/>
          <a:chOff x="0" y="0"/>
          <a:chExt cx="0" cy="0"/>
        </a:xfrm>
      </p:grpSpPr>
      <p:sp>
        <p:nvSpPr>
          <p:cNvPr id="15" name="Freeform 14">
            <a:extLst>
              <a:ext uri="{FF2B5EF4-FFF2-40B4-BE49-F238E27FC236}">
                <a16:creationId xmlns:a16="http://schemas.microsoft.com/office/drawing/2014/main" id="{A510974D-B222-2876-052D-21F0E075D288}"/>
              </a:ext>
            </a:extLst>
          </p:cNvPr>
          <p:cNvSpPr/>
          <p:nvPr userDrawn="1"/>
        </p:nvSpPr>
        <p:spPr>
          <a:xfrm>
            <a:off x="0" y="0"/>
            <a:ext cx="12192000" cy="4457700"/>
          </a:xfrm>
          <a:custGeom>
            <a:avLst/>
            <a:gdLst>
              <a:gd name="connsiteX0" fmla="*/ 0 w 12192000"/>
              <a:gd name="connsiteY0" fmla="*/ 0 h 4457700"/>
              <a:gd name="connsiteX1" fmla="*/ 12192000 w 12192000"/>
              <a:gd name="connsiteY1" fmla="*/ 0 h 4457700"/>
              <a:gd name="connsiteX2" fmla="*/ 12192000 w 12192000"/>
              <a:gd name="connsiteY2" fmla="*/ 4457700 h 4457700"/>
              <a:gd name="connsiteX3" fmla="*/ 11563350 w 12192000"/>
              <a:gd name="connsiteY3" fmla="*/ 4457700 h 4457700"/>
              <a:gd name="connsiteX4" fmla="*/ 11563350 w 12192000"/>
              <a:gd name="connsiteY4" fmla="*/ 685800 h 4457700"/>
              <a:gd name="connsiteX5" fmla="*/ 628650 w 12192000"/>
              <a:gd name="connsiteY5" fmla="*/ 685800 h 4457700"/>
              <a:gd name="connsiteX6" fmla="*/ 628650 w 12192000"/>
              <a:gd name="connsiteY6" fmla="*/ 4457700 h 4457700"/>
              <a:gd name="connsiteX7" fmla="*/ 0 w 12192000"/>
              <a:gd name="connsiteY7" fmla="*/ 4457700 h 445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4457700">
                <a:moveTo>
                  <a:pt x="0" y="0"/>
                </a:moveTo>
                <a:lnTo>
                  <a:pt x="12192000" y="0"/>
                </a:lnTo>
                <a:lnTo>
                  <a:pt x="12192000" y="4457700"/>
                </a:lnTo>
                <a:lnTo>
                  <a:pt x="11563350" y="4457700"/>
                </a:lnTo>
                <a:lnTo>
                  <a:pt x="11563350" y="685800"/>
                </a:lnTo>
                <a:lnTo>
                  <a:pt x="628650" y="685800"/>
                </a:lnTo>
                <a:lnTo>
                  <a:pt x="628650" y="4457700"/>
                </a:lnTo>
                <a:lnTo>
                  <a:pt x="0" y="44577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978408" y="1143000"/>
            <a:ext cx="10241280" cy="2286000"/>
          </a:xfrm>
        </p:spPr>
        <p:txBody>
          <a:bodyPr anchor="b"/>
          <a:lstStyle>
            <a:lvl1pPr algn="ctr">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p:nvPr>
        </p:nvSpPr>
        <p:spPr>
          <a:xfrm>
            <a:off x="2075688" y="3803904"/>
            <a:ext cx="8046720" cy="91440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6" name="Rectangle 15">
            <a:extLst>
              <a:ext uri="{FF2B5EF4-FFF2-40B4-BE49-F238E27FC236}">
                <a16:creationId xmlns:a16="http://schemas.microsoft.com/office/drawing/2014/main" id="{8A1A471A-8A28-B00F-72E9-849D5E6B7257}"/>
              </a:ext>
            </a:extLst>
          </p:cNvPr>
          <p:cNvSpPr/>
          <p:nvPr userDrawn="1"/>
        </p:nvSpPr>
        <p:spPr>
          <a:xfrm>
            <a:off x="5891213" y="5628222"/>
            <a:ext cx="409575" cy="883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635285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3BB82FF-5339-5456-4D30-0C2DA7907AAE}"/>
              </a:ext>
            </a:extLst>
          </p:cNvPr>
          <p:cNvSpPr/>
          <p:nvPr userDrawn="1"/>
        </p:nvSpPr>
        <p:spPr>
          <a:xfrm>
            <a:off x="0" y="0"/>
            <a:ext cx="3566160"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5340096" y="1097280"/>
            <a:ext cx="6217920" cy="1828800"/>
          </a:xfrm>
        </p:spPr>
        <p:txBody>
          <a:bodyPr/>
          <a:lstStyle>
            <a:lvl1pPr>
              <a:defRPr sz="3200" spc="300"/>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2C39A257-2366-FF6B-67AD-9342B6B0B682}"/>
              </a:ext>
            </a:extLst>
          </p:cNvPr>
          <p:cNvSpPr>
            <a:spLocks noGrp="1"/>
          </p:cNvSpPr>
          <p:nvPr>
            <p:ph type="pic" sz="quarter" idx="13"/>
          </p:nvPr>
        </p:nvSpPr>
        <p:spPr>
          <a:xfrm>
            <a:off x="1298448" y="1828800"/>
            <a:ext cx="3200400" cy="3200400"/>
          </a:xfrm>
          <a:prstGeom prst="ellipse">
            <a:avLst/>
          </a:prstGeom>
        </p:spPr>
        <p:txBody>
          <a:bodyPr/>
          <a:lstStyle>
            <a:lvl1pPr marL="0" indent="0">
              <a:buNone/>
              <a:defRPr/>
            </a:lvl1pPr>
          </a:lstStyle>
          <a:p>
            <a:r>
              <a:rPr lang="en-US"/>
              <a:t>Click icon to add picture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5340096" y="3429000"/>
            <a:ext cx="6217920" cy="2743200"/>
          </a:xfrm>
        </p:spPr>
        <p:txBody>
          <a:bodyPr>
            <a:normAutofit/>
          </a:bodyPr>
          <a:lstStyle>
            <a:lvl1pPr marL="457200">
              <a:spcBef>
                <a:spcPts val="1400"/>
              </a:spcBef>
              <a:buSzPct val="80000"/>
              <a:defRPr cap="all" spc="0" baseline="0"/>
            </a:lvl1pPr>
            <a:lvl2pPr marL="914400">
              <a:buSzPct val="80000"/>
              <a:defRPr spc="0" baseline="0"/>
            </a:lvl2pPr>
            <a:lvl3pPr marL="1371600">
              <a:buSzPct val="80000"/>
              <a:defRPr spc="0" baseline="0"/>
            </a:lvl3pPr>
            <a:lvl4pPr marL="1828800">
              <a:buSzPct val="80000"/>
              <a:defRPr spc="0" baseline="0"/>
            </a:lvl4pPr>
            <a:lvl5pPr marL="2286000">
              <a:buSzPct val="80000"/>
              <a:defRPr spc="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D17F99EA-AB5F-24F3-D971-2B9BDE3B4F3C}"/>
              </a:ext>
            </a:extLst>
          </p:cNvPr>
          <p:cNvSpPr txBox="1"/>
          <p:nvPr userDrawn="1"/>
        </p:nvSpPr>
        <p:spPr>
          <a:xfrm>
            <a:off x="641838" y="5547946"/>
            <a:ext cx="184731" cy="369332"/>
          </a:xfrm>
          <a:prstGeom prst="rect">
            <a:avLst/>
          </a:prstGeom>
          <a:noFill/>
        </p:spPr>
        <p:txBody>
          <a:bodyPr wrap="none" rtlCol="0">
            <a:spAutoFit/>
          </a:bodyPr>
          <a:lstStyle/>
          <a:p>
            <a:endParaRPr lang="en-US" dirty="0"/>
          </a:p>
        </p:txBody>
      </p:sp>
      <p:sp>
        <p:nvSpPr>
          <p:cNvPr id="9" name="Slide Number Placeholder 8">
            <a:extLst>
              <a:ext uri="{FF2B5EF4-FFF2-40B4-BE49-F238E27FC236}">
                <a16:creationId xmlns:a16="http://schemas.microsoft.com/office/drawing/2014/main" id="{969BB099-33E8-8B24-7E54-70E7457A1C7B}"/>
              </a:ext>
            </a:extLst>
          </p:cNvPr>
          <p:cNvSpPr>
            <a:spLocks noGrp="1"/>
          </p:cNvSpPr>
          <p:nvPr>
            <p:ph type="sldNum" sz="quarter" idx="11"/>
          </p:nvPr>
        </p:nvSpPr>
        <p:spPr/>
        <p:txBody>
          <a:bodyPr/>
          <a:lstStyle/>
          <a:p>
            <a:fld id="{75DF2D63-3FF5-D547-96B9-BE9CCD1ABA58}" type="slidenum">
              <a:rPr lang="en-US" smtClean="0"/>
              <a:t>‹#›</a:t>
            </a:fld>
            <a:endParaRPr lang="en-US" dirty="0"/>
          </a:p>
        </p:txBody>
      </p:sp>
      <p:cxnSp>
        <p:nvCxnSpPr>
          <p:cNvPr id="5" name="Straight Connector 4">
            <a:extLst>
              <a:ext uri="{FF2B5EF4-FFF2-40B4-BE49-F238E27FC236}">
                <a16:creationId xmlns:a16="http://schemas.microsoft.com/office/drawing/2014/main" id="{ADA4A755-28B6-5A01-94AB-C3CCC4368885}"/>
              </a:ext>
            </a:extLst>
          </p:cNvPr>
          <p:cNvCxnSpPr>
            <a:cxnSpLocks/>
          </p:cNvCxnSpPr>
          <p:nvPr userDrawn="1"/>
        </p:nvCxnSpPr>
        <p:spPr>
          <a:xfrm>
            <a:off x="5340096" y="822960"/>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13399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picture">
    <p:bg>
      <p:bgPr>
        <a:solidFill>
          <a:schemeClr val="accent2"/>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E592AF4F-2F83-7005-B3AC-6FCC7FB19140}"/>
              </a:ext>
            </a:extLst>
          </p:cNvPr>
          <p:cNvSpPr>
            <a:spLocks noGrp="1"/>
          </p:cNvSpPr>
          <p:nvPr>
            <p:ph type="pic" sz="quarter" idx="13"/>
          </p:nvPr>
        </p:nvSpPr>
        <p:spPr>
          <a:xfrm>
            <a:off x="1524000" y="1481328"/>
            <a:ext cx="9144000" cy="3895344"/>
          </a:xfrm>
          <a:solidFill>
            <a:schemeClr val="bg1"/>
          </a:solidFill>
        </p:spPr>
        <p:txBody>
          <a:bodyPr/>
          <a:lstStyle>
            <a:lvl1pPr marL="0" indent="0">
              <a:buNone/>
              <a:defRPr/>
            </a:lvl1pPr>
          </a:lstStyle>
          <a:p>
            <a:r>
              <a:rPr lang="en-US"/>
              <a:t>Click icon to add picture</a:t>
            </a:r>
            <a:endParaRPr lang="en-US" dirty="0"/>
          </a:p>
        </p:txBody>
      </p:sp>
      <p:sp>
        <p:nvSpPr>
          <p:cNvPr id="11" name="Title 1">
            <a:extLst>
              <a:ext uri="{FF2B5EF4-FFF2-40B4-BE49-F238E27FC236}">
                <a16:creationId xmlns:a16="http://schemas.microsoft.com/office/drawing/2014/main" id="{076C4EAC-BBDE-1963-BD72-3BD2A47DC59C}"/>
              </a:ext>
            </a:extLst>
          </p:cNvPr>
          <p:cNvSpPr>
            <a:spLocks noGrp="1"/>
          </p:cNvSpPr>
          <p:nvPr>
            <p:ph type="ctrTitle"/>
          </p:nvPr>
        </p:nvSpPr>
        <p:spPr>
          <a:xfrm>
            <a:off x="1984248" y="1920240"/>
            <a:ext cx="8229600" cy="3017520"/>
          </a:xfrm>
        </p:spPr>
        <p:txBody>
          <a:bodyPr anchor="ctr"/>
          <a:lstStyle>
            <a:lvl1pPr algn="ctr">
              <a:defRPr sz="5400"/>
            </a:lvl1pPr>
          </a:lstStyle>
          <a:p>
            <a:r>
              <a:rPr lang="en-US"/>
              <a:t>Click to edit Master title style</a:t>
            </a:r>
            <a:endParaRPr lang="en-US" dirty="0"/>
          </a:p>
        </p:txBody>
      </p:sp>
    </p:spTree>
    <p:extLst>
      <p:ext uri="{BB962C8B-B14F-4D97-AF65-F5344CB8AC3E}">
        <p14:creationId xmlns:p14="http://schemas.microsoft.com/office/powerpoint/2010/main" val="24154835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 picture ">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CBCF04C-49F6-66E8-41A0-B3C371944EA1}"/>
              </a:ext>
            </a:extLst>
          </p:cNvPr>
          <p:cNvSpPr/>
          <p:nvPr userDrawn="1"/>
        </p:nvSpPr>
        <p:spPr>
          <a:xfrm>
            <a:off x="6705600" y="0"/>
            <a:ext cx="5486400" cy="68580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2"/>
              </a:solidFill>
            </a:endParaRPr>
          </a:p>
        </p:txBody>
      </p:sp>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1280160" y="3931920"/>
            <a:ext cx="5029200" cy="1828800"/>
          </a:xfrm>
        </p:spPr>
        <p:txBody>
          <a:bodyPr anchor="b" anchorCtr="0"/>
          <a:lstStyle>
            <a:lvl1pPr>
              <a:defRPr sz="3200"/>
            </a:lvl1pPr>
          </a:lstStyle>
          <a:p>
            <a:r>
              <a:rPr lang="en-US"/>
              <a:t>Click to edit Master title style</a:t>
            </a:r>
            <a:endParaRPr lang="en-US" dirty="0"/>
          </a:p>
        </p:txBody>
      </p:sp>
      <p:sp>
        <p:nvSpPr>
          <p:cNvPr id="9" name="Picture Placeholder 7">
            <a:extLst>
              <a:ext uri="{FF2B5EF4-FFF2-40B4-BE49-F238E27FC236}">
                <a16:creationId xmlns:a16="http://schemas.microsoft.com/office/drawing/2014/main" id="{DDE351D0-FB9C-3473-AF28-52927741728E}"/>
              </a:ext>
            </a:extLst>
          </p:cNvPr>
          <p:cNvSpPr>
            <a:spLocks noGrp="1"/>
          </p:cNvSpPr>
          <p:nvPr>
            <p:ph type="pic" sz="quarter" idx="14"/>
          </p:nvPr>
        </p:nvSpPr>
        <p:spPr>
          <a:xfrm>
            <a:off x="1280160" y="548640"/>
            <a:ext cx="3017520" cy="3017520"/>
          </a:xfrm>
          <a:prstGeom prst="ellipse">
            <a:avLst/>
          </a:prstGeom>
        </p:spPr>
        <p:txBody>
          <a:bodyPr/>
          <a:lstStyle>
            <a:lvl1pPr marL="0" indent="0">
              <a:buNone/>
              <a:defRPr/>
            </a:lvl1pPr>
          </a:lstStyle>
          <a:p>
            <a:r>
              <a:rPr lang="en-US"/>
              <a:t>Click icon to add picture</a:t>
            </a:r>
            <a:endParaRPr lang="en-US" dirty="0"/>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p:nvPr>
        </p:nvSpPr>
        <p:spPr>
          <a:xfrm>
            <a:off x="7205472" y="731520"/>
            <a:ext cx="4306824" cy="5394960"/>
          </a:xfrm>
        </p:spPr>
        <p:txBody>
          <a:bodyPr anchor="b">
            <a:normAutofit/>
          </a:bodyPr>
          <a:lstStyle>
            <a:lvl1pPr marL="457200">
              <a:spcBef>
                <a:spcPts val="1400"/>
              </a:spcBef>
              <a:buClr>
                <a:schemeClr val="tx1"/>
              </a:buClr>
              <a:buSzPct val="80000"/>
              <a:defRPr cap="all" baseline="0"/>
            </a:lvl1pPr>
            <a:lvl2pPr marL="914400">
              <a:buClr>
                <a:schemeClr val="tx1"/>
              </a:buClr>
              <a:buSzPct val="80000"/>
              <a:defRPr/>
            </a:lvl2pPr>
            <a:lvl3pPr marL="1371600">
              <a:buClr>
                <a:schemeClr val="tx1"/>
              </a:buClr>
              <a:buSzPct val="80000"/>
              <a:defRPr/>
            </a:lvl3pPr>
            <a:lvl4pPr marL="1828800">
              <a:buClr>
                <a:schemeClr val="tx1"/>
              </a:buClr>
              <a:buSzPct val="80000"/>
              <a:defRPr/>
            </a:lvl4pPr>
            <a:lvl5pPr marL="2286000">
              <a:buClr>
                <a:schemeClr val="tx1"/>
              </a:buClr>
              <a:buSzPct val="800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cxnSp>
        <p:nvCxnSpPr>
          <p:cNvPr id="10" name="Straight Connector 9">
            <a:extLst>
              <a:ext uri="{FF2B5EF4-FFF2-40B4-BE49-F238E27FC236}">
                <a16:creationId xmlns:a16="http://schemas.microsoft.com/office/drawing/2014/main" id="{C1171EC5-29BE-C106-1E9B-0CBDB598A131}"/>
              </a:ext>
            </a:extLst>
          </p:cNvPr>
          <p:cNvCxnSpPr>
            <a:cxnSpLocks/>
          </p:cNvCxnSpPr>
          <p:nvPr userDrawn="1"/>
        </p:nvCxnSpPr>
        <p:spPr>
          <a:xfrm>
            <a:off x="1298448" y="6111876"/>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62147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light blu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1280160" y="1097280"/>
            <a:ext cx="9821955" cy="914400"/>
          </a:xfrm>
        </p:spPr>
        <p:txBody>
          <a:bodyPr anchor="t" anchorCtr="0"/>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p:nvPr>
        </p:nvSpPr>
        <p:spPr>
          <a:xfrm>
            <a:off x="1280160" y="2377440"/>
            <a:ext cx="4663440" cy="3566160"/>
          </a:xfrm>
          <a:solidFill>
            <a:schemeClr val="accent1">
              <a:lumMod val="20000"/>
              <a:lumOff val="80000"/>
            </a:schemeClr>
          </a:solidFill>
        </p:spPr>
        <p:txBody>
          <a:bodyPr lIns="365760" tIns="365760" rIns="365760" bIns="365760">
            <a:normAutofit/>
          </a:bodyPr>
          <a:lstStyle>
            <a:lvl1pPr marL="457200">
              <a:lnSpc>
                <a:spcPct val="90000"/>
              </a:lnSpc>
              <a:spcBef>
                <a:spcPts val="1400"/>
              </a:spcBef>
              <a:buClr>
                <a:schemeClr val="tx1"/>
              </a:buClr>
              <a:buSzPct val="80000"/>
              <a:defRPr sz="1800"/>
            </a:lvl1pPr>
            <a:lvl2pPr marL="914400">
              <a:lnSpc>
                <a:spcPct val="90000"/>
              </a:lnSpc>
              <a:buClr>
                <a:schemeClr val="tx1"/>
              </a:buClr>
              <a:buSzPct val="80000"/>
              <a:defRPr sz="1600"/>
            </a:lvl2pPr>
            <a:lvl3pPr marL="1371600">
              <a:lnSpc>
                <a:spcPct val="90000"/>
              </a:lnSpc>
              <a:buClr>
                <a:schemeClr val="tx1"/>
              </a:buClr>
              <a:buSzPct val="80000"/>
              <a:defRPr sz="1400"/>
            </a:lvl3pPr>
            <a:lvl4pPr marL="1828800">
              <a:lnSpc>
                <a:spcPct val="90000"/>
              </a:lnSpc>
              <a:buClr>
                <a:schemeClr val="tx1"/>
              </a:buClr>
              <a:buSzPct val="80000"/>
              <a:defRPr sz="1200"/>
            </a:lvl4pPr>
            <a:lvl5pPr marL="2286000">
              <a:lnSpc>
                <a:spcPct val="90000"/>
              </a:lnSpc>
              <a:buClr>
                <a:schemeClr val="tx1"/>
              </a:buClr>
              <a:buSzPct val="80000"/>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p:nvPr>
        </p:nvSpPr>
        <p:spPr>
          <a:xfrm>
            <a:off x="6309360" y="2377440"/>
            <a:ext cx="4663440" cy="3566160"/>
          </a:xfrm>
          <a:solidFill>
            <a:schemeClr val="accent1">
              <a:lumMod val="20000"/>
              <a:lumOff val="80000"/>
            </a:schemeClr>
          </a:solidFill>
        </p:spPr>
        <p:txBody>
          <a:bodyPr lIns="365760" tIns="365760" rIns="365760" bIns="365760">
            <a:normAutofit/>
          </a:bodyPr>
          <a:lstStyle>
            <a:lvl1pPr marL="457200">
              <a:lnSpc>
                <a:spcPct val="90000"/>
              </a:lnSpc>
              <a:spcBef>
                <a:spcPts val="1400"/>
              </a:spcBef>
              <a:buClr>
                <a:schemeClr val="tx1"/>
              </a:buClr>
              <a:buSzPct val="80000"/>
              <a:defRPr sz="1800"/>
            </a:lvl1pPr>
            <a:lvl2pPr marL="914400">
              <a:lnSpc>
                <a:spcPct val="90000"/>
              </a:lnSpc>
              <a:buClr>
                <a:schemeClr val="tx1"/>
              </a:buClr>
              <a:buSzPct val="80000"/>
              <a:defRPr sz="1600"/>
            </a:lvl2pPr>
            <a:lvl3pPr marL="1371600">
              <a:lnSpc>
                <a:spcPct val="90000"/>
              </a:lnSpc>
              <a:buClr>
                <a:schemeClr val="tx1"/>
              </a:buClr>
              <a:buSzPct val="80000"/>
              <a:defRPr sz="1400"/>
            </a:lvl3pPr>
            <a:lvl4pPr marL="1828800">
              <a:lnSpc>
                <a:spcPct val="90000"/>
              </a:lnSpc>
              <a:buClr>
                <a:schemeClr val="tx1"/>
              </a:buClr>
              <a:buSzPct val="80000"/>
              <a:defRPr sz="1200"/>
            </a:lvl4pPr>
            <a:lvl5pPr marL="2286000">
              <a:lnSpc>
                <a:spcPct val="90000"/>
              </a:lnSpc>
              <a:buClr>
                <a:schemeClr val="tx1"/>
              </a:buClr>
              <a:buSzPct val="80000"/>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cxnSp>
        <p:nvCxnSpPr>
          <p:cNvPr id="8" name="Straight Connector 7">
            <a:extLst>
              <a:ext uri="{FF2B5EF4-FFF2-40B4-BE49-F238E27FC236}">
                <a16:creationId xmlns:a16="http://schemas.microsoft.com/office/drawing/2014/main" id="{941554B7-BB36-76F6-DD79-11088AA69E82}"/>
              </a:ext>
            </a:extLst>
          </p:cNvPr>
          <p:cNvCxnSpPr>
            <a:cxnSpLocks/>
          </p:cNvCxnSpPr>
          <p:nvPr userDrawn="1"/>
        </p:nvCxnSpPr>
        <p:spPr>
          <a:xfrm>
            <a:off x="1295400" y="822960"/>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81088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8" name="Title 1">
            <a:extLst>
              <a:ext uri="{FF2B5EF4-FFF2-40B4-BE49-F238E27FC236}">
                <a16:creationId xmlns:a16="http://schemas.microsoft.com/office/drawing/2014/main" id="{89BC2AC2-003C-AACD-1271-F2F8FBE8FD3D}"/>
              </a:ext>
            </a:extLst>
          </p:cNvPr>
          <p:cNvSpPr>
            <a:spLocks noGrp="1"/>
          </p:cNvSpPr>
          <p:nvPr>
            <p:ph type="title"/>
          </p:nvPr>
        </p:nvSpPr>
        <p:spPr>
          <a:xfrm>
            <a:off x="1280160" y="1097280"/>
            <a:ext cx="5029200" cy="1828800"/>
          </a:xfrm>
        </p:spPr>
        <p:txBody>
          <a:bodyPr anchor="t" anchorCtr="0"/>
          <a:lstStyle>
            <a:lvl1pPr>
              <a:defRPr sz="320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DD758F50-A87C-F2A1-40E8-08F07081E9C3}"/>
              </a:ext>
            </a:extLst>
          </p:cNvPr>
          <p:cNvSpPr>
            <a:spLocks noGrp="1"/>
          </p:cNvSpPr>
          <p:nvPr>
            <p:ph sz="half" idx="1"/>
          </p:nvPr>
        </p:nvSpPr>
        <p:spPr>
          <a:xfrm>
            <a:off x="6784848" y="1097280"/>
            <a:ext cx="4572000" cy="1828800"/>
          </a:xfrm>
          <a:noFill/>
        </p:spPr>
        <p:txBody>
          <a:bodyPr lIns="0" tIns="0" rIns="0" bIns="0">
            <a:normAutofit/>
          </a:bodyPr>
          <a:lstStyle>
            <a:lvl1pPr marL="457200">
              <a:spcBef>
                <a:spcPts val="1400"/>
              </a:spcBef>
              <a:buSzPct val="80000"/>
              <a:defRPr sz="1800"/>
            </a:lvl1pPr>
            <a:lvl2pPr marL="914400">
              <a:buSzPct val="80000"/>
              <a:defRPr sz="1600"/>
            </a:lvl2pPr>
            <a:lvl3pPr marL="1371600">
              <a:buSzPct val="80000"/>
              <a:defRPr sz="1400"/>
            </a:lvl3pPr>
            <a:lvl4pPr marL="1828800">
              <a:buSzPct val="80000"/>
              <a:defRPr sz="1200"/>
            </a:lvl4pPr>
            <a:lvl5pPr marL="2286000">
              <a:buSzPct val="80000"/>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3">
            <a:extLst>
              <a:ext uri="{FF2B5EF4-FFF2-40B4-BE49-F238E27FC236}">
                <a16:creationId xmlns:a16="http://schemas.microsoft.com/office/drawing/2014/main" id="{023B02AB-1DB6-AF79-E1B3-175C76BE57ED}"/>
              </a:ext>
            </a:extLst>
          </p:cNvPr>
          <p:cNvSpPr>
            <a:spLocks noGrp="1"/>
          </p:cNvSpPr>
          <p:nvPr>
            <p:ph sz="half" idx="2"/>
          </p:nvPr>
        </p:nvSpPr>
        <p:spPr>
          <a:xfrm>
            <a:off x="1280160" y="3172968"/>
            <a:ext cx="10076688" cy="3108960"/>
          </a:xfrm>
          <a:noFill/>
        </p:spPr>
        <p:txBody>
          <a:bodyPr lIns="0" tIns="0" rIns="0" bIns="0">
            <a:normAutofit/>
          </a:bodyPr>
          <a:lstStyle>
            <a:lvl1pPr marL="457200">
              <a:spcBef>
                <a:spcPts val="1400"/>
              </a:spcBef>
              <a:buSzPct val="80000"/>
              <a:defRPr sz="1800"/>
            </a:lvl1pPr>
            <a:lvl2pPr marL="914400">
              <a:buSzPct val="80000"/>
              <a:defRPr sz="1600"/>
            </a:lvl2pPr>
            <a:lvl3pPr marL="1371600">
              <a:buSzPct val="80000"/>
              <a:defRPr sz="1400"/>
            </a:lvl3pPr>
            <a:lvl4pPr marL="1828800">
              <a:buSzPct val="80000"/>
              <a:defRPr sz="1200"/>
            </a:lvl4pPr>
            <a:lvl5pPr marL="2286000">
              <a:buSzPct val="80000"/>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1" name="Straight Connector 10">
            <a:extLst>
              <a:ext uri="{FF2B5EF4-FFF2-40B4-BE49-F238E27FC236}">
                <a16:creationId xmlns:a16="http://schemas.microsoft.com/office/drawing/2014/main" id="{C2041A78-2CBE-4D73-EF5D-E65139C79DC2}"/>
              </a:ext>
            </a:extLst>
          </p:cNvPr>
          <p:cNvCxnSpPr>
            <a:cxnSpLocks/>
          </p:cNvCxnSpPr>
          <p:nvPr userDrawn="1"/>
        </p:nvCxnSpPr>
        <p:spPr>
          <a:xfrm>
            <a:off x="1295400" y="822960"/>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27748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white">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8" name="Title 1">
            <a:extLst>
              <a:ext uri="{FF2B5EF4-FFF2-40B4-BE49-F238E27FC236}">
                <a16:creationId xmlns:a16="http://schemas.microsoft.com/office/drawing/2014/main" id="{89BC2AC2-003C-AACD-1271-F2F8FBE8FD3D}"/>
              </a:ext>
            </a:extLst>
          </p:cNvPr>
          <p:cNvSpPr>
            <a:spLocks noGrp="1"/>
          </p:cNvSpPr>
          <p:nvPr>
            <p:ph type="title"/>
          </p:nvPr>
        </p:nvSpPr>
        <p:spPr>
          <a:xfrm>
            <a:off x="1280160" y="1097280"/>
            <a:ext cx="9820656" cy="914400"/>
          </a:xfrm>
        </p:spPr>
        <p:txBody>
          <a:bodyPr anchor="t" anchorCtr="0"/>
          <a:lstStyle>
            <a:lvl1pPr>
              <a:defRPr sz="320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DD758F50-A87C-F2A1-40E8-08F07081E9C3}"/>
              </a:ext>
            </a:extLst>
          </p:cNvPr>
          <p:cNvSpPr>
            <a:spLocks noGrp="1"/>
          </p:cNvSpPr>
          <p:nvPr>
            <p:ph sz="half" idx="1"/>
          </p:nvPr>
        </p:nvSpPr>
        <p:spPr>
          <a:xfrm>
            <a:off x="1280160" y="2377440"/>
            <a:ext cx="4572000" cy="3429000"/>
          </a:xfrm>
          <a:noFill/>
        </p:spPr>
        <p:txBody>
          <a:bodyPr lIns="0" tIns="0" rIns="0" bIns="0">
            <a:normAutofit/>
          </a:bodyPr>
          <a:lstStyle>
            <a:lvl1pPr marL="228600" indent="-228600">
              <a:lnSpc>
                <a:spcPct val="90000"/>
              </a:lnSpc>
              <a:spcBef>
                <a:spcPts val="1400"/>
              </a:spcBef>
              <a:buSzPct val="80000"/>
              <a:defRPr sz="1800" b="1"/>
            </a:lvl1pPr>
            <a:lvl2pPr marL="457200" indent="0">
              <a:lnSpc>
                <a:spcPct val="90000"/>
              </a:lnSpc>
              <a:spcBef>
                <a:spcPts val="1400"/>
              </a:spcBef>
              <a:buSzPct val="80000"/>
              <a:buNone/>
              <a:defRPr sz="1800"/>
            </a:lvl2pPr>
            <a:lvl3pPr marL="914400">
              <a:lnSpc>
                <a:spcPct val="90000"/>
              </a:lnSpc>
              <a:spcBef>
                <a:spcPts val="1400"/>
              </a:spcBef>
              <a:buSzPct val="80000"/>
              <a:defRPr sz="1800"/>
            </a:lvl3pPr>
            <a:lvl4pPr marL="914400" indent="0">
              <a:lnSpc>
                <a:spcPct val="90000"/>
              </a:lnSpc>
              <a:spcBef>
                <a:spcPts val="1400"/>
              </a:spcBef>
              <a:buSzPct val="80000"/>
              <a:buNone/>
              <a:defRPr sz="1800"/>
            </a:lvl4pPr>
            <a:lvl5pPr marL="1371600">
              <a:lnSpc>
                <a:spcPct val="90000"/>
              </a:lnSpc>
              <a:spcBef>
                <a:spcPts val="1400"/>
              </a:spcBef>
              <a:buSzPct val="80000"/>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3">
            <a:extLst>
              <a:ext uri="{FF2B5EF4-FFF2-40B4-BE49-F238E27FC236}">
                <a16:creationId xmlns:a16="http://schemas.microsoft.com/office/drawing/2014/main" id="{023B02AB-1DB6-AF79-E1B3-175C76BE57ED}"/>
              </a:ext>
            </a:extLst>
          </p:cNvPr>
          <p:cNvSpPr>
            <a:spLocks noGrp="1"/>
          </p:cNvSpPr>
          <p:nvPr>
            <p:ph sz="half" idx="2"/>
          </p:nvPr>
        </p:nvSpPr>
        <p:spPr>
          <a:xfrm>
            <a:off x="6227064" y="2377440"/>
            <a:ext cx="4645152" cy="3429000"/>
          </a:xfrm>
          <a:noFill/>
        </p:spPr>
        <p:txBody>
          <a:bodyPr lIns="0" tIns="0" rIns="0" bIns="0">
            <a:normAutofit/>
          </a:bodyPr>
          <a:lstStyle>
            <a:lvl1pPr marL="457200">
              <a:spcBef>
                <a:spcPts val="1400"/>
              </a:spcBef>
              <a:buSzPct val="80000"/>
              <a:defRPr sz="1800"/>
            </a:lvl1pPr>
            <a:lvl2pPr marL="914400">
              <a:buSzPct val="80000"/>
              <a:defRPr sz="1800"/>
            </a:lvl2pPr>
            <a:lvl3pPr marL="1371600">
              <a:buSzPct val="80000"/>
              <a:defRPr sz="1800"/>
            </a:lvl3pPr>
            <a:lvl4pPr marL="1828800">
              <a:buSzPct val="80000"/>
              <a:defRPr sz="1800"/>
            </a:lvl4pPr>
            <a:lvl5pPr marL="2286000">
              <a:buSzPct val="80000"/>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1" name="Straight Connector 10">
            <a:extLst>
              <a:ext uri="{FF2B5EF4-FFF2-40B4-BE49-F238E27FC236}">
                <a16:creationId xmlns:a16="http://schemas.microsoft.com/office/drawing/2014/main" id="{C2041A78-2CBE-4D73-EF5D-E65139C79DC2}"/>
              </a:ext>
            </a:extLst>
          </p:cNvPr>
          <p:cNvCxnSpPr>
            <a:cxnSpLocks/>
          </p:cNvCxnSpPr>
          <p:nvPr userDrawn="1"/>
        </p:nvCxnSpPr>
        <p:spPr>
          <a:xfrm>
            <a:off x="1295400" y="822960"/>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2424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3" name="Title 1">
            <a:extLst>
              <a:ext uri="{FF2B5EF4-FFF2-40B4-BE49-F238E27FC236}">
                <a16:creationId xmlns:a16="http://schemas.microsoft.com/office/drawing/2014/main" id="{A659BA83-0C6E-2A70-AED3-E386CABE654A}"/>
              </a:ext>
            </a:extLst>
          </p:cNvPr>
          <p:cNvSpPr>
            <a:spLocks noGrp="1"/>
          </p:cNvSpPr>
          <p:nvPr>
            <p:ph type="title"/>
          </p:nvPr>
        </p:nvSpPr>
        <p:spPr>
          <a:xfrm>
            <a:off x="1280160" y="1097280"/>
            <a:ext cx="9601200" cy="914400"/>
          </a:xfrm>
        </p:spPr>
        <p:txBody>
          <a:bodyPr anchor="t" anchorCtr="0"/>
          <a:lstStyle>
            <a:lvl1pPr>
              <a:defRPr sz="3200"/>
            </a:lvl1pPr>
          </a:lstStyle>
          <a:p>
            <a:r>
              <a:rPr lang="en-US"/>
              <a:t>Click to edit Master title style</a:t>
            </a:r>
            <a:endParaRPr lang="en-US" dirty="0"/>
          </a:p>
        </p:txBody>
      </p:sp>
      <p:sp>
        <p:nvSpPr>
          <p:cNvPr id="8" name="Table Placeholder 7">
            <a:extLst>
              <a:ext uri="{FF2B5EF4-FFF2-40B4-BE49-F238E27FC236}">
                <a16:creationId xmlns:a16="http://schemas.microsoft.com/office/drawing/2014/main" id="{0CEAFE70-86D3-8690-31CA-F9A1FBA494D0}"/>
              </a:ext>
            </a:extLst>
          </p:cNvPr>
          <p:cNvSpPr>
            <a:spLocks noGrp="1"/>
          </p:cNvSpPr>
          <p:nvPr>
            <p:ph type="tbl" sz="quarter" idx="13"/>
          </p:nvPr>
        </p:nvSpPr>
        <p:spPr>
          <a:xfrm>
            <a:off x="1280160" y="2377440"/>
            <a:ext cx="9619488" cy="3429000"/>
          </a:xfrm>
        </p:spPr>
        <p:txBody>
          <a:bodyPr/>
          <a:lstStyle>
            <a:lvl1pPr marL="0" indent="0">
              <a:buNone/>
              <a:defRPr/>
            </a:lvl1pPr>
          </a:lstStyle>
          <a:p>
            <a:r>
              <a:rPr lang="en-US"/>
              <a:t>Click icon to add table</a:t>
            </a:r>
            <a:endParaRPr lang="en-US" dirty="0"/>
          </a:p>
        </p:txBody>
      </p:sp>
      <p:cxnSp>
        <p:nvCxnSpPr>
          <p:cNvPr id="7" name="Straight Connector 6">
            <a:extLst>
              <a:ext uri="{FF2B5EF4-FFF2-40B4-BE49-F238E27FC236}">
                <a16:creationId xmlns:a16="http://schemas.microsoft.com/office/drawing/2014/main" id="{5D612406-06E6-DCE4-7F2F-D98836A802A6}"/>
              </a:ext>
            </a:extLst>
          </p:cNvPr>
          <p:cNvCxnSpPr>
            <a:cxnSpLocks/>
          </p:cNvCxnSpPr>
          <p:nvPr userDrawn="1"/>
        </p:nvCxnSpPr>
        <p:spPr>
          <a:xfrm>
            <a:off x="1295400" y="822960"/>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258893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gree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1280160" y="1097280"/>
            <a:ext cx="9821955" cy="914400"/>
          </a:xfrm>
        </p:spPr>
        <p:txBody>
          <a:bodyPr anchor="t" anchorCtr="0"/>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p:nvPr>
        </p:nvSpPr>
        <p:spPr>
          <a:xfrm>
            <a:off x="1280160" y="2377440"/>
            <a:ext cx="4663440" cy="3566160"/>
          </a:xfrm>
          <a:solidFill>
            <a:schemeClr val="accent4"/>
          </a:solidFill>
        </p:spPr>
        <p:txBody>
          <a:bodyPr lIns="365760" tIns="365760" rIns="365760" bIns="365760">
            <a:normAutofit/>
          </a:bodyPr>
          <a:lstStyle>
            <a:lvl1pPr marL="457200">
              <a:spcBef>
                <a:spcPts val="1400"/>
              </a:spcBef>
              <a:buClr>
                <a:schemeClr val="tx1"/>
              </a:buClr>
              <a:buSzPct val="80000"/>
              <a:defRPr sz="1800"/>
            </a:lvl1pPr>
            <a:lvl2pPr marL="914400">
              <a:buClr>
                <a:schemeClr val="tx1"/>
              </a:buClr>
              <a:buSzPct val="80000"/>
              <a:defRPr sz="1600"/>
            </a:lvl2pPr>
            <a:lvl3pPr marL="1371600">
              <a:buClr>
                <a:schemeClr val="tx1"/>
              </a:buClr>
              <a:buSzPct val="80000"/>
              <a:defRPr sz="1400"/>
            </a:lvl3pPr>
            <a:lvl4pPr marL="1828800">
              <a:buClr>
                <a:schemeClr val="tx1"/>
              </a:buClr>
              <a:buSzPct val="80000"/>
              <a:defRPr sz="1200"/>
            </a:lvl4pPr>
            <a:lvl5pPr marL="2286000">
              <a:buClr>
                <a:schemeClr val="tx1"/>
              </a:buClr>
              <a:buSzPct val="80000"/>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p:nvPr>
        </p:nvSpPr>
        <p:spPr>
          <a:xfrm>
            <a:off x="6309360" y="2377440"/>
            <a:ext cx="4663440" cy="3566160"/>
          </a:xfrm>
          <a:solidFill>
            <a:schemeClr val="accent4"/>
          </a:solidFill>
        </p:spPr>
        <p:txBody>
          <a:bodyPr lIns="365760" tIns="365760" rIns="365760" bIns="365760">
            <a:normAutofit/>
          </a:bodyPr>
          <a:lstStyle>
            <a:lvl1pPr marL="457200">
              <a:spcBef>
                <a:spcPts val="1400"/>
              </a:spcBef>
              <a:buClr>
                <a:schemeClr val="tx1"/>
              </a:buClr>
              <a:buSzPct val="80000"/>
              <a:defRPr sz="1800" cap="all" baseline="0"/>
            </a:lvl1pPr>
            <a:lvl2pPr marL="914400">
              <a:buClr>
                <a:schemeClr val="tx1"/>
              </a:buClr>
              <a:buSzPct val="80000"/>
              <a:defRPr sz="1600"/>
            </a:lvl2pPr>
            <a:lvl3pPr marL="1371600">
              <a:buClr>
                <a:schemeClr val="tx1"/>
              </a:buClr>
              <a:buSzPct val="80000"/>
              <a:defRPr sz="1400"/>
            </a:lvl3pPr>
            <a:lvl4pPr marL="1828800">
              <a:buClr>
                <a:schemeClr val="tx1"/>
              </a:buClr>
              <a:buSzPct val="80000"/>
              <a:defRPr sz="1200"/>
            </a:lvl4pPr>
            <a:lvl5pPr marL="2286000">
              <a:buClr>
                <a:schemeClr val="tx1"/>
              </a:buClr>
              <a:buSzPct val="80000"/>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cxnSp>
        <p:nvCxnSpPr>
          <p:cNvPr id="8" name="Straight Connector 7">
            <a:extLst>
              <a:ext uri="{FF2B5EF4-FFF2-40B4-BE49-F238E27FC236}">
                <a16:creationId xmlns:a16="http://schemas.microsoft.com/office/drawing/2014/main" id="{941554B7-BB36-76F6-DD79-11088AA69E82}"/>
              </a:ext>
            </a:extLst>
          </p:cNvPr>
          <p:cNvCxnSpPr>
            <a:cxnSpLocks/>
          </p:cNvCxnSpPr>
          <p:nvPr userDrawn="1"/>
        </p:nvCxnSpPr>
        <p:spPr>
          <a:xfrm>
            <a:off x="1295400" y="822960"/>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3396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1"/>
        </a:solidFill>
        <a:effectLst/>
      </p:bgPr>
    </p:bg>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ABAFD431-F46D-3701-6A51-738ADAF3A5E3}"/>
              </a:ext>
            </a:extLst>
          </p:cNvPr>
          <p:cNvSpPr>
            <a:spLocks noGrp="1"/>
          </p:cNvSpPr>
          <p:nvPr>
            <p:ph type="title"/>
          </p:nvPr>
        </p:nvSpPr>
        <p:spPr>
          <a:xfrm>
            <a:off x="841248" y="3163824"/>
            <a:ext cx="10515600" cy="2322576"/>
          </a:xfrm>
          <a:prstGeom prst="rect">
            <a:avLst/>
          </a:prstGeom>
          <a:noFill/>
        </p:spPr>
        <p:txBody>
          <a:bodyPr wrap="square" bIns="0" anchor="ctr">
            <a:noAutofit/>
          </a:bodyPr>
          <a:lstStyle>
            <a:lvl1pPr algn="ctr">
              <a:defRPr sz="54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CAFD788D-D699-2BA7-3637-AA3B48C09084}"/>
              </a:ext>
            </a:extLst>
          </p:cNvPr>
          <p:cNvSpPr>
            <a:spLocks noGrp="1"/>
          </p:cNvSpPr>
          <p:nvPr>
            <p:ph type="pic" sz="quarter" idx="13"/>
          </p:nvPr>
        </p:nvSpPr>
        <p:spPr>
          <a:xfrm>
            <a:off x="4953000" y="548640"/>
            <a:ext cx="2286000" cy="2286000"/>
          </a:xfrm>
          <a:prstGeom prst="ellipse">
            <a:avLst/>
          </a:prstGeom>
        </p:spPr>
        <p:txBody>
          <a:bodyPr anchor="t"/>
          <a:lstStyle>
            <a:lvl1pPr marL="0" indent="0" algn="ctr">
              <a:buNone/>
              <a:defRPr sz="1050">
                <a:solidFill>
                  <a:schemeClr val="tx1"/>
                </a:solidFill>
              </a:defRPr>
            </a:lvl1pPr>
          </a:lstStyle>
          <a:p>
            <a:r>
              <a:rPr lang="en-US"/>
              <a:t>Click icon to add picture</a:t>
            </a:r>
            <a:endParaRPr lang="en-US" dirty="0"/>
          </a:p>
        </p:txBody>
      </p:sp>
      <p:sp>
        <p:nvSpPr>
          <p:cNvPr id="13" name="Text Placeholder 12">
            <a:extLst>
              <a:ext uri="{FF2B5EF4-FFF2-40B4-BE49-F238E27FC236}">
                <a16:creationId xmlns:a16="http://schemas.microsoft.com/office/drawing/2014/main" id="{7808A0C0-A02B-D1C7-6DE5-CA25624AD099}"/>
              </a:ext>
            </a:extLst>
          </p:cNvPr>
          <p:cNvSpPr>
            <a:spLocks noGrp="1"/>
          </p:cNvSpPr>
          <p:nvPr>
            <p:ph type="body" sz="quarter" idx="14"/>
          </p:nvPr>
        </p:nvSpPr>
        <p:spPr>
          <a:xfrm>
            <a:off x="1572768" y="6044184"/>
            <a:ext cx="9116568" cy="365760"/>
          </a:xfrm>
        </p:spPr>
        <p:txBody>
          <a:bodyPr anchor="t"/>
          <a:lstStyle>
            <a:lvl1pPr marL="0" indent="0" algn="ctr">
              <a:lnSpc>
                <a:spcPct val="90000"/>
              </a:lnSpc>
              <a:spcBef>
                <a:spcPts val="0"/>
              </a:spcBef>
              <a:buNone/>
              <a:defRPr sz="2400" cap="all" baseline="0"/>
            </a:lvl1pPr>
          </a:lstStyle>
          <a:p>
            <a:pPr lvl="0"/>
            <a:r>
              <a:rPr lang="en-US"/>
              <a:t>Click to edit Master text styles</a:t>
            </a:r>
          </a:p>
        </p:txBody>
      </p:sp>
      <p:sp>
        <p:nvSpPr>
          <p:cNvPr id="3" name="Rectangle 2">
            <a:extLst>
              <a:ext uri="{FF2B5EF4-FFF2-40B4-BE49-F238E27FC236}">
                <a16:creationId xmlns:a16="http://schemas.microsoft.com/office/drawing/2014/main" id="{7ECE7D81-1954-1B1F-C0AC-21C85AFD3C1E}"/>
              </a:ext>
            </a:extLst>
          </p:cNvPr>
          <p:cNvSpPr/>
          <p:nvPr userDrawn="1"/>
        </p:nvSpPr>
        <p:spPr>
          <a:xfrm>
            <a:off x="5891213" y="5628222"/>
            <a:ext cx="409575" cy="883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9191105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1295400" y="609600"/>
            <a:ext cx="9821955" cy="1256118"/>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1295400" y="1855945"/>
            <a:ext cx="9821955"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Slide Number Placeholder 20">
            <a:extLst>
              <a:ext uri="{FF2B5EF4-FFF2-40B4-BE49-F238E27FC236}">
                <a16:creationId xmlns:a16="http://schemas.microsoft.com/office/drawing/2014/main" id="{78A08F60-CEF1-832D-D403-282EA76CBEF2}"/>
              </a:ext>
            </a:extLst>
          </p:cNvPr>
          <p:cNvSpPr>
            <a:spLocks noGrp="1"/>
          </p:cNvSpPr>
          <p:nvPr>
            <p:ph type="sldNum" sz="quarter" idx="4"/>
          </p:nvPr>
        </p:nvSpPr>
        <p:spPr>
          <a:xfrm>
            <a:off x="420624" y="6019801"/>
            <a:ext cx="457200" cy="184150"/>
          </a:xfrm>
          <a:prstGeom prst="rect">
            <a:avLst/>
          </a:prstGeom>
        </p:spPr>
        <p:txBody>
          <a:bodyPr vert="horz" lIns="0" tIns="0" rIns="0" bIns="0" rtlCol="0" anchor="ctr"/>
          <a:lstStyle>
            <a:lvl1pPr algn="ctr">
              <a:defRPr sz="1200" cap="all" spc="200" baseline="0">
                <a:solidFill>
                  <a:schemeClr val="accent1"/>
                </a:solidFill>
                <a:latin typeface="Posterama" panose="020B0504020200020000" pitchFamily="34" charset="0"/>
              </a:defRPr>
            </a:lvl1pPr>
          </a:lstStyle>
          <a:p>
            <a:fld id="{75DF2D63-3FF5-D547-96B9-BE9CCD1ABA58}" type="slidenum">
              <a:rPr lang="en-US" smtClean="0"/>
              <a:pPr/>
              <a:t>‹#›</a:t>
            </a:fld>
            <a:endParaRPr lang="en-US"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74" r:id="rId3"/>
    <p:sldLayoutId id="2147483675" r:id="rId4"/>
    <p:sldLayoutId id="2147483664" r:id="rId5"/>
    <p:sldLayoutId id="2147483676" r:id="rId6"/>
    <p:sldLayoutId id="2147483677" r:id="rId7"/>
    <p:sldLayoutId id="2147483681" r:id="rId8"/>
    <p:sldLayoutId id="2147483682" r:id="rId9"/>
    <p:sldLayoutId id="2147483683" r:id="rId10"/>
    <p:sldLayoutId id="2147483680" r:id="rId11"/>
    <p:sldLayoutId id="2147483684" r:id="rId12"/>
    <p:sldLayoutId id="2147483673" r:id="rId13"/>
  </p:sldLayoutIdLst>
  <p:hf sldNum="0" hdr="0" ftr="0" dt="0"/>
  <p:txStyles>
    <p:titleStyle>
      <a:lvl1pPr algn="l" defTabSz="914400" rtl="0" eaLnBrk="1" latinLnBrk="0" hangingPunct="1">
        <a:lnSpc>
          <a:spcPct val="90000"/>
        </a:lnSpc>
        <a:spcBef>
          <a:spcPct val="0"/>
        </a:spcBef>
        <a:buNone/>
        <a:defRPr sz="4800" kern="1200" cap="all" spc="300" baseline="0">
          <a:solidFill>
            <a:schemeClr val="tx1"/>
          </a:solidFill>
          <a:latin typeface="+mj-lt"/>
          <a:ea typeface="+mj-ea"/>
          <a:cs typeface="Posterama" panose="020B0504020200020000" pitchFamily="34" charset="0"/>
        </a:defRPr>
      </a:lvl1pPr>
    </p:titleStyle>
    <p:bodyStyle>
      <a:lvl1pPr marL="228600" indent="-457200" algn="l" defTabSz="914400" rtl="0" eaLnBrk="1" latinLnBrk="0" hangingPunct="1">
        <a:lnSpc>
          <a:spcPct val="100000"/>
        </a:lnSpc>
        <a:spcBef>
          <a:spcPts val="1000"/>
        </a:spcBef>
        <a:buClr>
          <a:schemeClr val="accent1"/>
        </a:buClr>
        <a:buFont typeface="Courier New" panose="02070309020205020404" pitchFamily="49" charset="0"/>
        <a:buChar char="o"/>
        <a:defRPr sz="2400" b="0" i="0" kern="1200" cap="none" baseline="0">
          <a:solidFill>
            <a:schemeClr val="tx1"/>
          </a:solidFill>
          <a:latin typeface="+mn-lt"/>
          <a:ea typeface="+mn-ea"/>
          <a:cs typeface="+mn-cs"/>
        </a:defRPr>
      </a:lvl1pPr>
      <a:lvl2pPr marL="685800" indent="-457200" algn="l" defTabSz="914400" rtl="0" eaLnBrk="1" latinLnBrk="0" hangingPunct="1">
        <a:lnSpc>
          <a:spcPct val="100000"/>
        </a:lnSpc>
        <a:spcBef>
          <a:spcPts val="500"/>
        </a:spcBef>
        <a:buClr>
          <a:schemeClr val="accent1"/>
        </a:buClr>
        <a:buFont typeface="Courier New" panose="02070309020205020404" pitchFamily="49" charset="0"/>
        <a:buChar char="o"/>
        <a:defRPr sz="2000" b="0" i="0" kern="1200" baseline="0">
          <a:solidFill>
            <a:schemeClr val="tx1"/>
          </a:solidFill>
          <a:latin typeface="+mn-lt"/>
          <a:ea typeface="+mn-ea"/>
          <a:cs typeface="+mn-cs"/>
        </a:defRPr>
      </a:lvl2pPr>
      <a:lvl3pPr marL="1143000" indent="-457200" algn="l" defTabSz="914400" rtl="0" eaLnBrk="1" latinLnBrk="0" hangingPunct="1">
        <a:lnSpc>
          <a:spcPct val="100000"/>
        </a:lnSpc>
        <a:spcBef>
          <a:spcPts val="500"/>
        </a:spcBef>
        <a:buClr>
          <a:schemeClr val="accent1"/>
        </a:buClr>
        <a:buFont typeface="Courier New" panose="02070309020205020404" pitchFamily="49" charset="0"/>
        <a:buChar char="o"/>
        <a:defRPr sz="1800" b="0" i="0" kern="1200" baseline="0">
          <a:solidFill>
            <a:schemeClr val="tx1"/>
          </a:solidFill>
          <a:latin typeface="+mn-lt"/>
          <a:ea typeface="+mn-ea"/>
          <a:cs typeface="+mn-cs"/>
        </a:defRPr>
      </a:lvl3pPr>
      <a:lvl4pPr marL="1600200" indent="-457200" algn="l" defTabSz="914400" rtl="0" eaLnBrk="1" latinLnBrk="0" hangingPunct="1">
        <a:lnSpc>
          <a:spcPct val="100000"/>
        </a:lnSpc>
        <a:spcBef>
          <a:spcPts val="500"/>
        </a:spcBef>
        <a:buClr>
          <a:schemeClr val="accent1"/>
        </a:buClr>
        <a:buFont typeface="Courier New" panose="02070309020205020404" pitchFamily="49" charset="0"/>
        <a:buChar char="o"/>
        <a:defRPr sz="1600" b="0" i="0" kern="1200" baseline="0">
          <a:solidFill>
            <a:schemeClr val="tx1"/>
          </a:solidFill>
          <a:latin typeface="+mn-lt"/>
          <a:ea typeface="+mn-ea"/>
          <a:cs typeface="+mn-cs"/>
        </a:defRPr>
      </a:lvl4pPr>
      <a:lvl5pPr marL="2057400" indent="-457200" algn="l" defTabSz="914400" rtl="0" eaLnBrk="1" latinLnBrk="0" hangingPunct="1">
        <a:lnSpc>
          <a:spcPct val="100000"/>
        </a:lnSpc>
        <a:spcBef>
          <a:spcPts val="500"/>
        </a:spcBef>
        <a:buClr>
          <a:schemeClr val="accent1"/>
        </a:buClr>
        <a:buFont typeface="Courier New" panose="02070309020205020404" pitchFamily="49" charset="0"/>
        <a:buChar char="o"/>
        <a:defRPr sz="1400" b="0" i="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3960">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hyperlink" Target="https://www.kaggle.com/datasets/nodoubttome/skin-cancer9-classesisic/data" TargetMode="External"/><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05E10E9-9AB7-0642-D4C4-DDFDAB7B5B2C}"/>
              </a:ext>
            </a:extLst>
          </p:cNvPr>
          <p:cNvSpPr>
            <a:spLocks noGrp="1"/>
          </p:cNvSpPr>
          <p:nvPr>
            <p:ph type="title"/>
          </p:nvPr>
        </p:nvSpPr>
        <p:spPr>
          <a:xfrm>
            <a:off x="838200" y="1417320"/>
            <a:ext cx="10515600" cy="4023360"/>
          </a:xfrm>
        </p:spPr>
        <p:txBody>
          <a:bodyPr/>
          <a:lstStyle/>
          <a:p>
            <a:r>
              <a:rPr lang="en-US" dirty="0"/>
              <a:t>Skin Cancer Detection</a:t>
            </a:r>
          </a:p>
        </p:txBody>
      </p:sp>
      <p:sp>
        <p:nvSpPr>
          <p:cNvPr id="2" name="Subtitle 1">
            <a:extLst>
              <a:ext uri="{FF2B5EF4-FFF2-40B4-BE49-F238E27FC236}">
                <a16:creationId xmlns:a16="http://schemas.microsoft.com/office/drawing/2014/main" id="{A1307D8B-2864-21B6-1CE1-B605F29281C5}"/>
              </a:ext>
            </a:extLst>
          </p:cNvPr>
          <p:cNvSpPr>
            <a:spLocks noGrp="1"/>
          </p:cNvSpPr>
          <p:nvPr>
            <p:ph type="subTitle" idx="1"/>
          </p:nvPr>
        </p:nvSpPr>
        <p:spPr>
          <a:xfrm>
            <a:off x="1524000" y="6044184"/>
            <a:ext cx="9144000" cy="356616"/>
          </a:xfrm>
        </p:spPr>
        <p:txBody>
          <a:bodyPr vert="horz" lIns="0" tIns="0" rIns="0" bIns="0" rtlCol="0" anchor="t">
            <a:noAutofit/>
          </a:bodyPr>
          <a:lstStyle/>
          <a:p>
            <a:r>
              <a:rPr lang="en-US" dirty="0"/>
              <a:t>Pratik Salve</a:t>
            </a:r>
          </a:p>
          <a:p>
            <a:endParaRPr lang="en-US" dirty="0"/>
          </a:p>
        </p:txBody>
      </p:sp>
    </p:spTree>
    <p:extLst>
      <p:ext uri="{BB962C8B-B14F-4D97-AF65-F5344CB8AC3E}">
        <p14:creationId xmlns:p14="http://schemas.microsoft.com/office/powerpoint/2010/main" val="8552154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EB422-1287-FCEB-63CE-599FDC8468D8}"/>
              </a:ext>
            </a:extLst>
          </p:cNvPr>
          <p:cNvSpPr>
            <a:spLocks noGrp="1"/>
          </p:cNvSpPr>
          <p:nvPr>
            <p:ph type="title"/>
          </p:nvPr>
        </p:nvSpPr>
        <p:spPr>
          <a:xfrm>
            <a:off x="1280160" y="1097280"/>
            <a:ext cx="4114800" cy="2286000"/>
          </a:xfrm>
        </p:spPr>
        <p:txBody>
          <a:bodyPr/>
          <a:lstStyle/>
          <a:p>
            <a:r>
              <a:rPr lang="en-US" dirty="0"/>
              <a:t>Contents</a:t>
            </a:r>
          </a:p>
        </p:txBody>
      </p:sp>
      <p:sp>
        <p:nvSpPr>
          <p:cNvPr id="3" name="Content Placeholder 2">
            <a:extLst>
              <a:ext uri="{FF2B5EF4-FFF2-40B4-BE49-F238E27FC236}">
                <a16:creationId xmlns:a16="http://schemas.microsoft.com/office/drawing/2014/main" id="{4D038CD2-9585-7E51-5359-D52935A77DF0}"/>
              </a:ext>
            </a:extLst>
          </p:cNvPr>
          <p:cNvSpPr>
            <a:spLocks noGrp="1"/>
          </p:cNvSpPr>
          <p:nvPr>
            <p:ph idx="1"/>
          </p:nvPr>
        </p:nvSpPr>
        <p:spPr>
          <a:xfrm>
            <a:off x="871728" y="3575993"/>
            <a:ext cx="4815840" cy="2651760"/>
          </a:xfrm>
        </p:spPr>
        <p:txBody>
          <a:bodyPr vert="horz" lIns="0" tIns="0" rIns="0" bIns="0" rtlCol="0" anchor="t">
            <a:noAutofit/>
          </a:bodyPr>
          <a:lstStyle/>
          <a:p>
            <a:r>
              <a:rPr lang="en-US" dirty="0"/>
              <a:t>About Project</a:t>
            </a:r>
          </a:p>
          <a:p>
            <a:r>
              <a:rPr lang="en-US" dirty="0"/>
              <a:t>Overview of current situation</a:t>
            </a:r>
          </a:p>
          <a:p>
            <a:r>
              <a:rPr lang="en-US" dirty="0"/>
              <a:t>How DIP can overcome the issues</a:t>
            </a:r>
          </a:p>
          <a:p>
            <a:r>
              <a:rPr lang="en-US" dirty="0"/>
              <a:t>Working of system(code)</a:t>
            </a:r>
          </a:p>
        </p:txBody>
      </p:sp>
      <p:pic>
        <p:nvPicPr>
          <p:cNvPr id="8" name="Picture Placeholder 7" descr="Pipette diffusing dyes in flasks">
            <a:extLst>
              <a:ext uri="{FF2B5EF4-FFF2-40B4-BE49-F238E27FC236}">
                <a16:creationId xmlns:a16="http://schemas.microsoft.com/office/drawing/2014/main" id="{9DA934D8-2609-4227-78DF-CF8F07A2F9C7}"/>
              </a:ext>
            </a:extLst>
          </p:cNvPr>
          <p:cNvPicPr>
            <a:picLocks noGrp="1" noChangeAspect="1"/>
          </p:cNvPicPr>
          <p:nvPr>
            <p:ph type="pic" sz="quarter" idx="13"/>
          </p:nvPr>
        </p:nvPicPr>
        <p:blipFill rotWithShape="1">
          <a:blip r:embed="rId2">
            <a:alphaModFix/>
            <a:extLst>
              <a:ext uri="{28A0092B-C50C-407E-A947-70E740481C1C}">
                <a14:useLocalDpi xmlns:a14="http://schemas.microsoft.com/office/drawing/2010/main" val="0"/>
              </a:ext>
            </a:extLst>
          </a:blip>
          <a:srcRect t="97" b="97"/>
          <a:stretch/>
        </p:blipFill>
        <p:spPr>
          <a:xfrm>
            <a:off x="5687568" y="1435608"/>
            <a:ext cx="5897880" cy="3977640"/>
          </a:xfrm>
        </p:spPr>
      </p:pic>
    </p:spTree>
    <p:extLst>
      <p:ext uri="{BB962C8B-B14F-4D97-AF65-F5344CB8AC3E}">
        <p14:creationId xmlns:p14="http://schemas.microsoft.com/office/powerpoint/2010/main" val="29108664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4AE7717-EBAF-8B8F-8F3B-CBE5BB74C3D9}"/>
              </a:ext>
            </a:extLst>
          </p:cNvPr>
          <p:cNvSpPr/>
          <p:nvPr/>
        </p:nvSpPr>
        <p:spPr>
          <a:xfrm>
            <a:off x="5476240" y="5592589"/>
            <a:ext cx="1310640" cy="2697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Subtitle 2">
            <a:extLst>
              <a:ext uri="{FF2B5EF4-FFF2-40B4-BE49-F238E27FC236}">
                <a16:creationId xmlns:a16="http://schemas.microsoft.com/office/drawing/2014/main" id="{72446868-83F0-CEEF-5E60-6D55C93B523F}"/>
              </a:ext>
            </a:extLst>
          </p:cNvPr>
          <p:cNvSpPr>
            <a:spLocks noGrp="1"/>
          </p:cNvSpPr>
          <p:nvPr>
            <p:ph type="subTitle" idx="1"/>
          </p:nvPr>
        </p:nvSpPr>
        <p:spPr>
          <a:xfrm>
            <a:off x="836676" y="2825546"/>
            <a:ext cx="10515600" cy="3351652"/>
          </a:xfrm>
          <a:noFill/>
        </p:spPr>
        <p:txBody>
          <a:bodyPr>
            <a:normAutofit fontScale="92500" lnSpcReduction="10000"/>
          </a:bodyPr>
          <a:lstStyle/>
          <a:p>
            <a:r>
              <a:rPr lang="en-US" dirty="0"/>
              <a:t>“Automated Classification of Skin Lesions Using Convolutional Networks and Digital Image Processing on the ISIC Dataset“</a:t>
            </a:r>
          </a:p>
          <a:p>
            <a:endParaRPr lang="en-US" dirty="0"/>
          </a:p>
          <a:p>
            <a:r>
              <a:rPr lang="en-US" dirty="0"/>
              <a:t>Objective:</a:t>
            </a:r>
          </a:p>
          <a:p>
            <a:r>
              <a:rPr lang="en-US" dirty="0"/>
              <a:t>To develop a deep learning-based image classification system that can accurately identify and categorize dermatoscopic skin lesion images into seven distinct categories, using the ISIC Skin Cancer dataset. The system leverages digital image processing techniques for image augmentation and preprocessing, and Convolutional Neural Networks (CNNs) for feature extraction and classification.</a:t>
            </a:r>
          </a:p>
        </p:txBody>
      </p:sp>
      <p:pic>
        <p:nvPicPr>
          <p:cNvPr id="10" name="Picture Placeholder 9" descr="Close up of bubbles">
            <a:extLst>
              <a:ext uri="{FF2B5EF4-FFF2-40B4-BE49-F238E27FC236}">
                <a16:creationId xmlns:a16="http://schemas.microsoft.com/office/drawing/2014/main" id="{99058E17-80B3-F3F9-AF6A-0518C39D940F}"/>
              </a:ext>
            </a:extLst>
          </p:cNvPr>
          <p:cNvPicPr>
            <a:picLocks noGrp="1" noChangeAspect="1"/>
          </p:cNvPicPr>
          <p:nvPr>
            <p:ph type="pic" sz="quarter" idx="13"/>
          </p:nvPr>
        </p:nvPicPr>
        <p:blipFill>
          <a:blip r:embed="rId2"/>
          <a:srcRect l="83" r="83"/>
          <a:stretch/>
        </p:blipFill>
        <p:spPr>
          <a:xfrm>
            <a:off x="0" y="-684834"/>
            <a:ext cx="12188952" cy="2368296"/>
          </a:xfrm>
        </p:spPr>
      </p:pic>
      <p:sp>
        <p:nvSpPr>
          <p:cNvPr id="2" name="Title 1">
            <a:extLst>
              <a:ext uri="{FF2B5EF4-FFF2-40B4-BE49-F238E27FC236}">
                <a16:creationId xmlns:a16="http://schemas.microsoft.com/office/drawing/2014/main" id="{954ABE40-AA00-F366-A36A-B3F1AADBF025}"/>
              </a:ext>
            </a:extLst>
          </p:cNvPr>
          <p:cNvSpPr>
            <a:spLocks noGrp="1"/>
          </p:cNvSpPr>
          <p:nvPr>
            <p:ph type="ctrTitle"/>
          </p:nvPr>
        </p:nvSpPr>
        <p:spPr>
          <a:xfrm>
            <a:off x="836676" y="804114"/>
            <a:ext cx="10515600" cy="2606040"/>
          </a:xfrm>
          <a:noFill/>
        </p:spPr>
        <p:txBody>
          <a:bodyPr anchor="ctr" anchorCtr="0">
            <a:noAutofit/>
          </a:bodyPr>
          <a:lstStyle/>
          <a:p>
            <a:r>
              <a:rPr lang="en-US" sz="4400" dirty="0"/>
              <a:t>About Project</a:t>
            </a:r>
          </a:p>
        </p:txBody>
      </p:sp>
    </p:spTree>
    <p:extLst>
      <p:ext uri="{BB962C8B-B14F-4D97-AF65-F5344CB8AC3E}">
        <p14:creationId xmlns:p14="http://schemas.microsoft.com/office/powerpoint/2010/main" val="10080375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63CB3-2956-E8D2-C23D-A3BAA7295DEC}"/>
              </a:ext>
            </a:extLst>
          </p:cNvPr>
          <p:cNvSpPr>
            <a:spLocks noGrp="1"/>
          </p:cNvSpPr>
          <p:nvPr>
            <p:ph type="ctrTitle"/>
          </p:nvPr>
        </p:nvSpPr>
        <p:spPr>
          <a:xfrm>
            <a:off x="897128" y="208934"/>
            <a:ext cx="10241280" cy="2286000"/>
          </a:xfrm>
          <a:noFill/>
        </p:spPr>
        <p:txBody>
          <a:bodyPr anchor="b" anchorCtr="0"/>
          <a:lstStyle/>
          <a:p>
            <a:r>
              <a:rPr lang="en-US" dirty="0"/>
              <a:t>Overview of current situation</a:t>
            </a:r>
          </a:p>
        </p:txBody>
      </p:sp>
      <p:sp>
        <p:nvSpPr>
          <p:cNvPr id="3" name="Subtitle 2">
            <a:extLst>
              <a:ext uri="{FF2B5EF4-FFF2-40B4-BE49-F238E27FC236}">
                <a16:creationId xmlns:a16="http://schemas.microsoft.com/office/drawing/2014/main" id="{FEECEBD4-35BF-26BB-D438-DA43EBD5EE89}"/>
              </a:ext>
            </a:extLst>
          </p:cNvPr>
          <p:cNvSpPr>
            <a:spLocks noGrp="1"/>
          </p:cNvSpPr>
          <p:nvPr>
            <p:ph type="subTitle" idx="1"/>
          </p:nvPr>
        </p:nvSpPr>
        <p:spPr>
          <a:xfrm>
            <a:off x="2106168" y="2818384"/>
            <a:ext cx="8307178" cy="2800096"/>
          </a:xfrm>
          <a:noFill/>
        </p:spPr>
        <p:txBody>
          <a:bodyPr>
            <a:normAutofit lnSpcReduction="10000"/>
          </a:bodyPr>
          <a:lstStyle/>
          <a:p>
            <a:r>
              <a:rPr lang="en-US" dirty="0"/>
              <a:t>Skin cancer is one of the most common forms of cancer worldwide. Early detection and classification of skin lesions can significantly improve Treatments done on patient.</a:t>
            </a:r>
          </a:p>
          <a:p>
            <a:r>
              <a:rPr lang="en-US" dirty="0"/>
              <a:t>The identification is carried out by </a:t>
            </a:r>
            <a:r>
              <a:rPr lang="en-US" b="0" i="0" dirty="0">
                <a:solidFill>
                  <a:srgbClr val="001D35"/>
                </a:solidFill>
                <a:effectLst/>
              </a:rPr>
              <a:t>visual examination, potentially followed by a biopsy, and sometimes utilize dermoscopy. </a:t>
            </a:r>
          </a:p>
          <a:p>
            <a:r>
              <a:rPr lang="en-US" b="0" i="0" dirty="0">
                <a:solidFill>
                  <a:srgbClr val="001D35"/>
                </a:solidFill>
                <a:effectLst/>
              </a:rPr>
              <a:t>Individuals can also perform regular self-exams to look for suspicious changes in moles or spots. </a:t>
            </a:r>
            <a:endParaRPr lang="en-US" dirty="0"/>
          </a:p>
        </p:txBody>
      </p:sp>
    </p:spTree>
    <p:extLst>
      <p:ext uri="{BB962C8B-B14F-4D97-AF65-F5344CB8AC3E}">
        <p14:creationId xmlns:p14="http://schemas.microsoft.com/office/powerpoint/2010/main" val="4351953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DDDE0-11F8-EE56-2A4E-4999069E079D}"/>
              </a:ext>
            </a:extLst>
          </p:cNvPr>
          <p:cNvSpPr>
            <a:spLocks noGrp="1"/>
          </p:cNvSpPr>
          <p:nvPr>
            <p:ph type="ctrTitle"/>
          </p:nvPr>
        </p:nvSpPr>
        <p:spPr/>
        <p:txBody>
          <a:bodyPr/>
          <a:lstStyle/>
          <a:p>
            <a:r>
              <a:rPr lang="en-US" dirty="0"/>
              <a:t>How DIP can overcome the issues</a:t>
            </a:r>
            <a:br>
              <a:rPr lang="en-US" dirty="0"/>
            </a:br>
            <a:r>
              <a:rPr lang="en-IN" dirty="0"/>
              <a:t> </a:t>
            </a:r>
          </a:p>
        </p:txBody>
      </p:sp>
      <p:sp>
        <p:nvSpPr>
          <p:cNvPr id="3" name="Subtitle 2">
            <a:extLst>
              <a:ext uri="{FF2B5EF4-FFF2-40B4-BE49-F238E27FC236}">
                <a16:creationId xmlns:a16="http://schemas.microsoft.com/office/drawing/2014/main" id="{AA56BAF0-E93D-4CA9-F048-BBB64C544ABD}"/>
              </a:ext>
            </a:extLst>
          </p:cNvPr>
          <p:cNvSpPr>
            <a:spLocks noGrp="1"/>
          </p:cNvSpPr>
          <p:nvPr>
            <p:ph type="subTitle" idx="1"/>
          </p:nvPr>
        </p:nvSpPr>
        <p:spPr>
          <a:xfrm>
            <a:off x="2072640" y="2971799"/>
            <a:ext cx="8046720" cy="2111477"/>
          </a:xfrm>
        </p:spPr>
        <p:txBody>
          <a:bodyPr/>
          <a:lstStyle/>
          <a:p>
            <a:pPr marL="457200" indent="-457200">
              <a:buAutoNum type="arabicPeriod"/>
            </a:pPr>
            <a:r>
              <a:rPr lang="en-IN" dirty="0"/>
              <a:t>Image Enancement</a:t>
            </a:r>
          </a:p>
          <a:p>
            <a:pPr marL="457200" indent="-457200">
              <a:buAutoNum type="arabicPeriod"/>
            </a:pPr>
            <a:r>
              <a:rPr lang="en-IN" dirty="0"/>
              <a:t>Image normalization</a:t>
            </a:r>
          </a:p>
          <a:p>
            <a:pPr marL="457200" indent="-457200">
              <a:buAutoNum type="arabicPeriod"/>
            </a:pPr>
            <a:r>
              <a:rPr lang="en-IN" dirty="0"/>
              <a:t>Segmentation</a:t>
            </a:r>
          </a:p>
          <a:p>
            <a:pPr marL="457200" indent="-457200">
              <a:buAutoNum type="arabicPeriod"/>
            </a:pPr>
            <a:r>
              <a:rPr lang="en-IN" dirty="0"/>
              <a:t>Colour-space transform</a:t>
            </a:r>
          </a:p>
        </p:txBody>
      </p:sp>
    </p:spTree>
    <p:extLst>
      <p:ext uri="{BB962C8B-B14F-4D97-AF65-F5344CB8AC3E}">
        <p14:creationId xmlns:p14="http://schemas.microsoft.com/office/powerpoint/2010/main" val="41689978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5340096" y="1097280"/>
            <a:ext cx="6217920" cy="1828800"/>
          </a:xfrm>
          <a:noFill/>
        </p:spPr>
        <p:txBody>
          <a:bodyPr/>
          <a:lstStyle/>
          <a:p>
            <a:r>
              <a:rPr lang="en-US" dirty="0"/>
              <a:t>Image enhancement</a:t>
            </a:r>
          </a:p>
        </p:txBody>
      </p:sp>
      <p:pic>
        <p:nvPicPr>
          <p:cNvPr id="16" name="Picture Placeholder 15" descr="Pipette over three glass jars">
            <a:extLst>
              <a:ext uri="{FF2B5EF4-FFF2-40B4-BE49-F238E27FC236}">
                <a16:creationId xmlns:a16="http://schemas.microsoft.com/office/drawing/2014/main" id="{363B2CE7-DE69-D368-9719-08D0C83ABC06}"/>
              </a:ext>
            </a:extLst>
          </p:cNvPr>
          <p:cNvPicPr>
            <a:picLocks noGrp="1" noChangeAspect="1"/>
          </p:cNvPicPr>
          <p:nvPr>
            <p:ph type="pic" sz="quarter" idx="13"/>
          </p:nvPr>
        </p:nvPicPr>
        <p:blipFill>
          <a:blip r:embed="rId2"/>
          <a:srcRect/>
          <a:stretch/>
        </p:blipFill>
        <p:spPr>
          <a:xfrm>
            <a:off x="1298448" y="1828800"/>
            <a:ext cx="3200400" cy="3200400"/>
          </a:xfrm>
        </p:spPr>
      </p:pic>
      <p:sp>
        <p:nvSpPr>
          <p:cNvPr id="3" name="Content Placeholder 2">
            <a:extLst>
              <a:ext uri="{FF2B5EF4-FFF2-40B4-BE49-F238E27FC236}">
                <a16:creationId xmlns:a16="http://schemas.microsoft.com/office/drawing/2014/main" id="{A6A33159-D030-2F82-A142-F75940728319}"/>
              </a:ext>
            </a:extLst>
          </p:cNvPr>
          <p:cNvSpPr>
            <a:spLocks noGrp="1"/>
          </p:cNvSpPr>
          <p:nvPr>
            <p:ph idx="1"/>
          </p:nvPr>
        </p:nvSpPr>
        <p:spPr>
          <a:xfrm>
            <a:off x="5340096" y="1828800"/>
            <a:ext cx="6217920" cy="4414684"/>
          </a:xfrm>
          <a:noFill/>
        </p:spPr>
        <p:txBody>
          <a:bodyPr>
            <a:normAutofit lnSpcReduction="10000"/>
          </a:bodyPr>
          <a:lstStyle/>
          <a:p>
            <a:r>
              <a:rPr lang="en-US" b="1" dirty="0"/>
              <a:t>Purpose: </a:t>
            </a:r>
            <a:r>
              <a:rPr lang="en-US" dirty="0"/>
              <a:t>Improves the visual quality of dermatoscopic images.</a:t>
            </a:r>
          </a:p>
          <a:p>
            <a:endParaRPr lang="en-US" dirty="0"/>
          </a:p>
          <a:p>
            <a:r>
              <a:rPr lang="en-US" b="1" dirty="0"/>
              <a:t>How: </a:t>
            </a:r>
            <a:r>
              <a:rPr lang="en-US" dirty="0"/>
              <a:t>Techniques like contrast stretching, histogram equalization, or noise filtering are used to enhance lesion visibility.</a:t>
            </a:r>
          </a:p>
          <a:p>
            <a:endParaRPr lang="en-US" dirty="0"/>
          </a:p>
          <a:p>
            <a:r>
              <a:rPr lang="en-US" b="1" dirty="0"/>
              <a:t>Impact: </a:t>
            </a:r>
            <a:r>
              <a:rPr lang="en-US" dirty="0"/>
              <a:t>Makes features like borders, asymmetry, and color variations more prominent for both human experts and AI models.</a:t>
            </a:r>
          </a:p>
        </p:txBody>
      </p:sp>
    </p:spTree>
    <p:extLst>
      <p:ext uri="{BB962C8B-B14F-4D97-AF65-F5344CB8AC3E}">
        <p14:creationId xmlns:p14="http://schemas.microsoft.com/office/powerpoint/2010/main" val="36666746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BD2B8-9420-BD31-E0A5-7FB71FCF1719}"/>
              </a:ext>
            </a:extLst>
          </p:cNvPr>
          <p:cNvSpPr>
            <a:spLocks noGrp="1"/>
          </p:cNvSpPr>
          <p:nvPr>
            <p:ph type="title"/>
          </p:nvPr>
        </p:nvSpPr>
        <p:spPr/>
        <p:txBody>
          <a:bodyPr/>
          <a:lstStyle/>
          <a:p>
            <a:r>
              <a:rPr lang="en-IN" dirty="0"/>
              <a:t>Image normalization</a:t>
            </a:r>
          </a:p>
        </p:txBody>
      </p:sp>
      <p:sp>
        <p:nvSpPr>
          <p:cNvPr id="4" name="Content Placeholder 3">
            <a:extLst>
              <a:ext uri="{FF2B5EF4-FFF2-40B4-BE49-F238E27FC236}">
                <a16:creationId xmlns:a16="http://schemas.microsoft.com/office/drawing/2014/main" id="{F27FE184-CBB4-03B6-D01F-7ACC156E3C5B}"/>
              </a:ext>
            </a:extLst>
          </p:cNvPr>
          <p:cNvSpPr>
            <a:spLocks noGrp="1"/>
          </p:cNvSpPr>
          <p:nvPr>
            <p:ph idx="1"/>
          </p:nvPr>
        </p:nvSpPr>
        <p:spPr>
          <a:xfrm>
            <a:off x="5340096" y="1828800"/>
            <a:ext cx="6217920" cy="4343400"/>
          </a:xfrm>
        </p:spPr>
        <p:txBody>
          <a:bodyPr>
            <a:normAutofit lnSpcReduction="10000"/>
          </a:bodyPr>
          <a:lstStyle/>
          <a:p>
            <a:r>
              <a:rPr lang="en-US" b="1" dirty="0"/>
              <a:t>Purpose:</a:t>
            </a:r>
            <a:r>
              <a:rPr lang="en-US" dirty="0"/>
              <a:t> Standardizes pixel values and image sizes.</a:t>
            </a:r>
          </a:p>
          <a:p>
            <a:endParaRPr lang="en-US" dirty="0"/>
          </a:p>
          <a:p>
            <a:r>
              <a:rPr lang="en-US" b="1" dirty="0"/>
              <a:t>How: </a:t>
            </a:r>
            <a:r>
              <a:rPr lang="en-US" dirty="0"/>
              <a:t>Resizing all images to a fixed shape (e.g., 224x224) and normalizing intensity values (0–1).</a:t>
            </a:r>
          </a:p>
          <a:p>
            <a:endParaRPr lang="en-US" dirty="0"/>
          </a:p>
          <a:p>
            <a:r>
              <a:rPr lang="en-US" b="1" dirty="0"/>
              <a:t>Impact: </a:t>
            </a:r>
            <a:r>
              <a:rPr lang="en-US" dirty="0"/>
              <a:t>Ensures consistent input to CNNs, avoids bias due to size or lighting, and speeds up learning.</a:t>
            </a:r>
          </a:p>
          <a:p>
            <a:endParaRPr lang="en-US" dirty="0"/>
          </a:p>
          <a:p>
            <a:endParaRPr lang="en-IN" dirty="0"/>
          </a:p>
        </p:txBody>
      </p:sp>
      <p:pic>
        <p:nvPicPr>
          <p:cNvPr id="5" name="Picture Placeholder 15" descr="Pipette over three glass jars">
            <a:extLst>
              <a:ext uri="{FF2B5EF4-FFF2-40B4-BE49-F238E27FC236}">
                <a16:creationId xmlns:a16="http://schemas.microsoft.com/office/drawing/2014/main" id="{FA61A775-5A17-C8D7-E457-824940A16B06}"/>
              </a:ext>
            </a:extLst>
          </p:cNvPr>
          <p:cNvPicPr>
            <a:picLocks noGrp="1" noChangeAspect="1"/>
          </p:cNvPicPr>
          <p:nvPr>
            <p:ph type="pic" sz="quarter" idx="13"/>
          </p:nvPr>
        </p:nvPicPr>
        <p:blipFill>
          <a:blip r:embed="rId2"/>
          <a:srcRect/>
          <a:stretch/>
        </p:blipFill>
        <p:spPr>
          <a:xfrm>
            <a:off x="1298575" y="1828800"/>
            <a:ext cx="3200400" cy="3200400"/>
          </a:xfrm>
        </p:spPr>
      </p:pic>
    </p:spTree>
    <p:extLst>
      <p:ext uri="{BB962C8B-B14F-4D97-AF65-F5344CB8AC3E}">
        <p14:creationId xmlns:p14="http://schemas.microsoft.com/office/powerpoint/2010/main" val="19352967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C23E8-CA60-918A-E920-53F128DC9319}"/>
              </a:ext>
            </a:extLst>
          </p:cNvPr>
          <p:cNvSpPr>
            <a:spLocks noGrp="1"/>
          </p:cNvSpPr>
          <p:nvPr>
            <p:ph type="title"/>
          </p:nvPr>
        </p:nvSpPr>
        <p:spPr/>
        <p:txBody>
          <a:bodyPr/>
          <a:lstStyle/>
          <a:p>
            <a:r>
              <a:rPr lang="en-IN" dirty="0"/>
              <a:t>segmentation</a:t>
            </a:r>
          </a:p>
        </p:txBody>
      </p:sp>
      <p:pic>
        <p:nvPicPr>
          <p:cNvPr id="6" name="Picture Placeholder 5">
            <a:extLst>
              <a:ext uri="{FF2B5EF4-FFF2-40B4-BE49-F238E27FC236}">
                <a16:creationId xmlns:a16="http://schemas.microsoft.com/office/drawing/2014/main" id="{B76AE2E7-CE11-81CD-0AE4-6F05933B5D24}"/>
              </a:ext>
            </a:extLst>
          </p:cNvPr>
          <p:cNvPicPr>
            <a:picLocks noGrp="1" noChangeAspect="1"/>
          </p:cNvPicPr>
          <p:nvPr>
            <p:ph type="pic" sz="quarter" idx="13"/>
          </p:nvPr>
        </p:nvPicPr>
        <p:blipFill>
          <a:blip r:embed="rId2"/>
          <a:srcRect/>
          <a:stretch/>
        </p:blipFill>
        <p:spPr/>
      </p:pic>
      <p:sp>
        <p:nvSpPr>
          <p:cNvPr id="4" name="Content Placeholder 3">
            <a:extLst>
              <a:ext uri="{FF2B5EF4-FFF2-40B4-BE49-F238E27FC236}">
                <a16:creationId xmlns:a16="http://schemas.microsoft.com/office/drawing/2014/main" id="{74F8A05B-68B8-3A3B-AA9A-64F72A8D1731}"/>
              </a:ext>
            </a:extLst>
          </p:cNvPr>
          <p:cNvSpPr>
            <a:spLocks noGrp="1"/>
          </p:cNvSpPr>
          <p:nvPr>
            <p:ph idx="1"/>
          </p:nvPr>
        </p:nvSpPr>
        <p:spPr>
          <a:xfrm>
            <a:off x="5340096" y="1740310"/>
            <a:ext cx="6217920" cy="4431890"/>
          </a:xfrm>
        </p:spPr>
        <p:txBody>
          <a:bodyPr/>
          <a:lstStyle/>
          <a:p>
            <a:r>
              <a:rPr lang="en-US" b="1" dirty="0"/>
              <a:t>Purpose</a:t>
            </a:r>
            <a:r>
              <a:rPr lang="en-US" dirty="0"/>
              <a:t>: Separates the lesion from surrounding skin.</a:t>
            </a:r>
          </a:p>
          <a:p>
            <a:endParaRPr lang="en-US" dirty="0"/>
          </a:p>
          <a:p>
            <a:r>
              <a:rPr lang="en-US" b="1" dirty="0"/>
              <a:t>How</a:t>
            </a:r>
            <a:r>
              <a:rPr lang="en-US" dirty="0"/>
              <a:t>: Techniques like thresholding, region-growing, or advanced CNN-based segmentation (U-Net).</a:t>
            </a:r>
          </a:p>
          <a:p>
            <a:endParaRPr lang="en-US" dirty="0"/>
          </a:p>
          <a:p>
            <a:r>
              <a:rPr lang="en-US" b="1" dirty="0"/>
              <a:t>Impact:</a:t>
            </a:r>
            <a:r>
              <a:rPr lang="en-US" dirty="0"/>
              <a:t> Focuses the model on the lesion area, improving classification accuracy and reducing background noise.</a:t>
            </a:r>
            <a:endParaRPr lang="en-IN" dirty="0"/>
          </a:p>
        </p:txBody>
      </p:sp>
    </p:spTree>
    <p:extLst>
      <p:ext uri="{BB962C8B-B14F-4D97-AF65-F5344CB8AC3E}">
        <p14:creationId xmlns:p14="http://schemas.microsoft.com/office/powerpoint/2010/main" val="15721050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1BEFE-F116-BE60-B22D-93A038B735B7}"/>
              </a:ext>
            </a:extLst>
          </p:cNvPr>
          <p:cNvSpPr>
            <a:spLocks noGrp="1"/>
          </p:cNvSpPr>
          <p:nvPr>
            <p:ph type="title"/>
          </p:nvPr>
        </p:nvSpPr>
        <p:spPr/>
        <p:txBody>
          <a:bodyPr/>
          <a:lstStyle/>
          <a:p>
            <a:r>
              <a:rPr lang="en-IN" dirty="0"/>
              <a:t>Colour-space transform</a:t>
            </a:r>
          </a:p>
        </p:txBody>
      </p:sp>
      <p:sp>
        <p:nvSpPr>
          <p:cNvPr id="3" name="Picture Placeholder 2">
            <a:extLst>
              <a:ext uri="{FF2B5EF4-FFF2-40B4-BE49-F238E27FC236}">
                <a16:creationId xmlns:a16="http://schemas.microsoft.com/office/drawing/2014/main" id="{0ED7700B-4A77-FB01-11D6-7792894D3A38}"/>
              </a:ext>
            </a:extLst>
          </p:cNvPr>
          <p:cNvSpPr>
            <a:spLocks noGrp="1"/>
          </p:cNvSpPr>
          <p:nvPr>
            <p:ph type="pic" sz="quarter" idx="13"/>
          </p:nvPr>
        </p:nvSpPr>
        <p:spPr/>
      </p:sp>
      <p:sp>
        <p:nvSpPr>
          <p:cNvPr id="4" name="Content Placeholder 3">
            <a:extLst>
              <a:ext uri="{FF2B5EF4-FFF2-40B4-BE49-F238E27FC236}">
                <a16:creationId xmlns:a16="http://schemas.microsoft.com/office/drawing/2014/main" id="{32F0F121-1C62-5C64-88C7-E368D5FEC21A}"/>
              </a:ext>
            </a:extLst>
          </p:cNvPr>
          <p:cNvSpPr>
            <a:spLocks noGrp="1"/>
          </p:cNvSpPr>
          <p:nvPr>
            <p:ph idx="1"/>
          </p:nvPr>
        </p:nvSpPr>
        <p:spPr>
          <a:xfrm>
            <a:off x="5340096" y="2231923"/>
            <a:ext cx="6217920" cy="3940277"/>
          </a:xfrm>
        </p:spPr>
        <p:txBody>
          <a:bodyPr/>
          <a:lstStyle/>
          <a:p>
            <a:pPr>
              <a:buFont typeface="Arial" panose="020B0604020202020204" pitchFamily="34" charset="0"/>
              <a:buChar char="•"/>
            </a:pPr>
            <a:r>
              <a:rPr lang="en-US" b="1" dirty="0"/>
              <a:t>Purpose</a:t>
            </a:r>
            <a:r>
              <a:rPr lang="en-US" dirty="0"/>
              <a:t>: Enhances color features important in lesion analysis.</a:t>
            </a:r>
          </a:p>
          <a:p>
            <a:pPr>
              <a:buFont typeface="Arial" panose="020B0604020202020204" pitchFamily="34" charset="0"/>
              <a:buChar char="•"/>
            </a:pPr>
            <a:r>
              <a:rPr lang="en-US" b="1" dirty="0"/>
              <a:t>How</a:t>
            </a:r>
            <a:r>
              <a:rPr lang="en-US" dirty="0"/>
              <a:t>: Convert from RGB to other color spaces like HSV or LAB for better contrast and color segmentation.</a:t>
            </a:r>
          </a:p>
          <a:p>
            <a:pPr>
              <a:buFont typeface="Arial" panose="020B0604020202020204" pitchFamily="34" charset="0"/>
              <a:buChar char="•"/>
            </a:pPr>
            <a:r>
              <a:rPr lang="en-US" b="1" dirty="0"/>
              <a:t>Impact</a:t>
            </a:r>
            <a:r>
              <a:rPr lang="en-US" dirty="0"/>
              <a:t>: Some lesion types (like VASC or BKL) have very specific color characteristics that become easier to analyze.</a:t>
            </a:r>
          </a:p>
          <a:p>
            <a:endParaRPr lang="en-IN" dirty="0"/>
          </a:p>
        </p:txBody>
      </p:sp>
      <p:pic>
        <p:nvPicPr>
          <p:cNvPr id="7" name="Picture Placeholder 5">
            <a:extLst>
              <a:ext uri="{FF2B5EF4-FFF2-40B4-BE49-F238E27FC236}">
                <a16:creationId xmlns:a16="http://schemas.microsoft.com/office/drawing/2014/main" id="{3E0C1E31-330D-A842-57A8-103E04F47E1A}"/>
              </a:ext>
            </a:extLst>
          </p:cNvPr>
          <p:cNvPicPr>
            <a:picLocks noChangeAspect="1"/>
          </p:cNvPicPr>
          <p:nvPr/>
        </p:nvPicPr>
        <p:blipFill>
          <a:blip r:embed="rId2"/>
          <a:srcRect/>
          <a:stretch/>
        </p:blipFill>
        <p:spPr>
          <a:xfrm>
            <a:off x="1298448" y="1828800"/>
            <a:ext cx="3200400" cy="3200400"/>
          </a:xfrm>
          <a:prstGeom prst="ellipse">
            <a:avLst/>
          </a:prstGeom>
        </p:spPr>
      </p:pic>
    </p:spTree>
    <p:extLst>
      <p:ext uri="{BB962C8B-B14F-4D97-AF65-F5344CB8AC3E}">
        <p14:creationId xmlns:p14="http://schemas.microsoft.com/office/powerpoint/2010/main" val="12013194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pic>
        <p:nvPicPr>
          <p:cNvPr id="8" name="Picture Placeholder 7" descr="White DNA structure">
            <a:extLst>
              <a:ext uri="{FF2B5EF4-FFF2-40B4-BE49-F238E27FC236}">
                <a16:creationId xmlns:a16="http://schemas.microsoft.com/office/drawing/2014/main" id="{DC23EB2B-2285-3C42-31D8-4D87E34CF22C}"/>
              </a:ext>
            </a:extLst>
          </p:cNvPr>
          <p:cNvPicPr>
            <a:picLocks noGrp="1" noChangeAspect="1"/>
          </p:cNvPicPr>
          <p:nvPr>
            <p:ph type="pic" sz="quarter" idx="13"/>
          </p:nvPr>
        </p:nvPicPr>
        <p:blipFill>
          <a:blip r:embed="rId2"/>
          <a:srcRect l="5" r="5"/>
          <a:stretch/>
        </p:blipFill>
        <p:spPr>
          <a:xfrm>
            <a:off x="1524000" y="1481328"/>
            <a:ext cx="9144000" cy="3895344"/>
          </a:xfrm>
        </p:spPr>
      </p:pic>
      <p:sp>
        <p:nvSpPr>
          <p:cNvPr id="3" name="Title 2">
            <a:extLst>
              <a:ext uri="{FF2B5EF4-FFF2-40B4-BE49-F238E27FC236}">
                <a16:creationId xmlns:a16="http://schemas.microsoft.com/office/drawing/2014/main" id="{A0034E89-1952-5288-08A0-70A4A73BE39E}"/>
              </a:ext>
            </a:extLst>
          </p:cNvPr>
          <p:cNvSpPr>
            <a:spLocks noGrp="1"/>
          </p:cNvSpPr>
          <p:nvPr>
            <p:ph type="ctrTitle"/>
          </p:nvPr>
        </p:nvSpPr>
        <p:spPr>
          <a:xfrm>
            <a:off x="1984248" y="1920240"/>
            <a:ext cx="8229600" cy="3017520"/>
          </a:xfrm>
          <a:noFill/>
        </p:spPr>
        <p:txBody>
          <a:bodyPr anchor="ctr" anchorCtr="0"/>
          <a:lstStyle/>
          <a:p>
            <a:r>
              <a:rPr lang="en-US" dirty="0"/>
              <a:t>Working of system(code)</a:t>
            </a:r>
          </a:p>
        </p:txBody>
      </p:sp>
    </p:spTree>
    <p:extLst>
      <p:ext uri="{BB962C8B-B14F-4D97-AF65-F5344CB8AC3E}">
        <p14:creationId xmlns:p14="http://schemas.microsoft.com/office/powerpoint/2010/main" val="30580855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FFBA0F1F-BF36-4AB5-C316-477B3C15B05C}"/>
              </a:ext>
            </a:extLst>
          </p:cNvPr>
          <p:cNvPicPr>
            <a:picLocks noChangeAspect="1"/>
          </p:cNvPicPr>
          <p:nvPr/>
        </p:nvPicPr>
        <p:blipFill>
          <a:blip r:embed="rId2"/>
          <a:srcRect r="20109"/>
          <a:stretch/>
        </p:blipFill>
        <p:spPr>
          <a:xfrm>
            <a:off x="274321" y="1026159"/>
            <a:ext cx="8961119" cy="4378961"/>
          </a:xfrm>
          <a:prstGeom prst="rect">
            <a:avLst/>
          </a:prstGeom>
        </p:spPr>
      </p:pic>
      <p:sp>
        <p:nvSpPr>
          <p:cNvPr id="13" name="TextBox 12">
            <a:extLst>
              <a:ext uri="{FF2B5EF4-FFF2-40B4-BE49-F238E27FC236}">
                <a16:creationId xmlns:a16="http://schemas.microsoft.com/office/drawing/2014/main" id="{963F33E6-BA20-997E-6B77-DEBF65896ABB}"/>
              </a:ext>
            </a:extLst>
          </p:cNvPr>
          <p:cNvSpPr txBox="1"/>
          <p:nvPr/>
        </p:nvSpPr>
        <p:spPr>
          <a:xfrm>
            <a:off x="274321" y="279083"/>
            <a:ext cx="7650480" cy="707886"/>
          </a:xfrm>
          <a:prstGeom prst="rect">
            <a:avLst/>
          </a:prstGeom>
          <a:noFill/>
        </p:spPr>
        <p:txBody>
          <a:bodyPr wrap="square" rtlCol="0">
            <a:spAutoFit/>
          </a:bodyPr>
          <a:lstStyle/>
          <a:p>
            <a:r>
              <a:rPr lang="en-IN" sz="4000" dirty="0"/>
              <a:t>Import of libraries and dataset</a:t>
            </a:r>
          </a:p>
        </p:txBody>
      </p:sp>
      <p:sp>
        <p:nvSpPr>
          <p:cNvPr id="14" name="TextBox 13">
            <a:extLst>
              <a:ext uri="{FF2B5EF4-FFF2-40B4-BE49-F238E27FC236}">
                <a16:creationId xmlns:a16="http://schemas.microsoft.com/office/drawing/2014/main" id="{FFE1FCE2-5A42-B6A3-1720-4AF70B86BEDE}"/>
              </a:ext>
            </a:extLst>
          </p:cNvPr>
          <p:cNvSpPr txBox="1"/>
          <p:nvPr/>
        </p:nvSpPr>
        <p:spPr>
          <a:xfrm>
            <a:off x="274321" y="5647175"/>
            <a:ext cx="6898640" cy="369332"/>
          </a:xfrm>
          <a:prstGeom prst="rect">
            <a:avLst/>
          </a:prstGeom>
          <a:noFill/>
        </p:spPr>
        <p:txBody>
          <a:bodyPr wrap="square" rtlCol="0">
            <a:spAutoFit/>
          </a:bodyPr>
          <a:lstStyle/>
          <a:p>
            <a:r>
              <a:rPr lang="en-IN" dirty="0">
                <a:hlinkClick r:id="rId3"/>
              </a:rPr>
              <a:t>https://www.kaggle.com/datasets/nodoubttome/skin-cancer9-classesisic/data</a:t>
            </a:r>
            <a:endParaRPr lang="en-IN" dirty="0"/>
          </a:p>
        </p:txBody>
      </p:sp>
    </p:spTree>
    <p:extLst>
      <p:ext uri="{BB962C8B-B14F-4D97-AF65-F5344CB8AC3E}">
        <p14:creationId xmlns:p14="http://schemas.microsoft.com/office/powerpoint/2010/main" val="27372412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874B-BCA9-8420-1595-EDD1865A099A}"/>
              </a:ext>
            </a:extLst>
          </p:cNvPr>
          <p:cNvSpPr>
            <a:spLocks noGrp="1"/>
          </p:cNvSpPr>
          <p:nvPr>
            <p:ph type="title"/>
          </p:nvPr>
        </p:nvSpPr>
        <p:spPr>
          <a:xfrm>
            <a:off x="1280160" y="1097280"/>
            <a:ext cx="9821955" cy="914400"/>
          </a:xfrm>
          <a:noFill/>
        </p:spPr>
        <p:txBody>
          <a:bodyPr anchor="t" anchorCtr="0"/>
          <a:lstStyle/>
          <a:p>
            <a:r>
              <a:rPr lang="en-US" dirty="0"/>
              <a:t>CNN model Architecture </a:t>
            </a:r>
          </a:p>
        </p:txBody>
      </p:sp>
      <p:pic>
        <p:nvPicPr>
          <p:cNvPr id="6" name="Content Placeholder 5">
            <a:extLst>
              <a:ext uri="{FF2B5EF4-FFF2-40B4-BE49-F238E27FC236}">
                <a16:creationId xmlns:a16="http://schemas.microsoft.com/office/drawing/2014/main" id="{FC6D9FB7-54C1-64A9-22DC-CFF056BBB48D}"/>
              </a:ext>
            </a:extLst>
          </p:cNvPr>
          <p:cNvPicPr>
            <a:picLocks noGrp="1" noChangeAspect="1"/>
          </p:cNvPicPr>
          <p:nvPr>
            <p:ph sz="half" idx="1"/>
          </p:nvPr>
        </p:nvPicPr>
        <p:blipFill>
          <a:blip r:embed="rId2"/>
          <a:stretch>
            <a:fillRect/>
          </a:stretch>
        </p:blipFill>
        <p:spPr>
          <a:xfrm>
            <a:off x="1279525" y="2560985"/>
            <a:ext cx="4664075" cy="3199705"/>
          </a:xfrm>
          <a:solidFill>
            <a:schemeClr val="accent1">
              <a:lumMod val="20000"/>
              <a:lumOff val="80000"/>
            </a:schemeClr>
          </a:solidFill>
        </p:spPr>
      </p:pic>
      <p:pic>
        <p:nvPicPr>
          <p:cNvPr id="8" name="Content Placeholder 7">
            <a:extLst>
              <a:ext uri="{FF2B5EF4-FFF2-40B4-BE49-F238E27FC236}">
                <a16:creationId xmlns:a16="http://schemas.microsoft.com/office/drawing/2014/main" id="{0D781F30-DD4F-F63C-1318-74C1B745AD10}"/>
              </a:ext>
            </a:extLst>
          </p:cNvPr>
          <p:cNvPicPr>
            <a:picLocks noGrp="1" noChangeAspect="1"/>
          </p:cNvPicPr>
          <p:nvPr>
            <p:ph sz="half" idx="2"/>
          </p:nvPr>
        </p:nvPicPr>
        <p:blipFill>
          <a:blip r:embed="rId3"/>
          <a:stretch>
            <a:fillRect/>
          </a:stretch>
        </p:blipFill>
        <p:spPr>
          <a:xfrm>
            <a:off x="6357395" y="2560985"/>
            <a:ext cx="4744720" cy="3199704"/>
          </a:xfrm>
          <a:solidFill>
            <a:schemeClr val="accent1">
              <a:lumMod val="20000"/>
              <a:lumOff val="80000"/>
            </a:schemeClr>
          </a:solidFill>
        </p:spPr>
      </p:pic>
    </p:spTree>
    <p:extLst>
      <p:ext uri="{BB962C8B-B14F-4D97-AF65-F5344CB8AC3E}">
        <p14:creationId xmlns:p14="http://schemas.microsoft.com/office/powerpoint/2010/main" val="8374022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F8D60-D46E-0CB2-FFC6-FCE4D3994D0F}"/>
              </a:ext>
            </a:extLst>
          </p:cNvPr>
          <p:cNvSpPr>
            <a:spLocks noGrp="1"/>
          </p:cNvSpPr>
          <p:nvPr>
            <p:ph type="title"/>
          </p:nvPr>
        </p:nvSpPr>
        <p:spPr/>
        <p:txBody>
          <a:bodyPr/>
          <a:lstStyle/>
          <a:p>
            <a:r>
              <a:rPr lang="en-IN" dirty="0"/>
              <a:t>Data Generation</a:t>
            </a:r>
          </a:p>
        </p:txBody>
      </p:sp>
      <p:pic>
        <p:nvPicPr>
          <p:cNvPr id="8" name="Content Placeholder 7">
            <a:extLst>
              <a:ext uri="{FF2B5EF4-FFF2-40B4-BE49-F238E27FC236}">
                <a16:creationId xmlns:a16="http://schemas.microsoft.com/office/drawing/2014/main" id="{C1E445FB-C2D8-8549-F5B1-BD2775F4DA43}"/>
              </a:ext>
            </a:extLst>
          </p:cNvPr>
          <p:cNvPicPr>
            <a:picLocks noGrp="1" noChangeAspect="1"/>
          </p:cNvPicPr>
          <p:nvPr>
            <p:ph sz="half" idx="1"/>
          </p:nvPr>
        </p:nvPicPr>
        <p:blipFill>
          <a:blip r:embed="rId2"/>
          <a:stretch>
            <a:fillRect/>
          </a:stretch>
        </p:blipFill>
        <p:spPr>
          <a:xfrm>
            <a:off x="1279525" y="2605366"/>
            <a:ext cx="4664075" cy="3110942"/>
          </a:xfrm>
        </p:spPr>
      </p:pic>
      <p:pic>
        <p:nvPicPr>
          <p:cNvPr id="10" name="Content Placeholder 9">
            <a:extLst>
              <a:ext uri="{FF2B5EF4-FFF2-40B4-BE49-F238E27FC236}">
                <a16:creationId xmlns:a16="http://schemas.microsoft.com/office/drawing/2014/main" id="{029B4931-1816-3715-6E1C-6279D190D613}"/>
              </a:ext>
            </a:extLst>
          </p:cNvPr>
          <p:cNvPicPr>
            <a:picLocks noGrp="1" noChangeAspect="1"/>
          </p:cNvPicPr>
          <p:nvPr>
            <p:ph sz="half" idx="2"/>
          </p:nvPr>
        </p:nvPicPr>
        <p:blipFill>
          <a:blip r:embed="rId3"/>
          <a:stretch>
            <a:fillRect/>
          </a:stretch>
        </p:blipFill>
        <p:spPr>
          <a:xfrm>
            <a:off x="6678338" y="3655942"/>
            <a:ext cx="3924848" cy="1009791"/>
          </a:xfrm>
        </p:spPr>
      </p:pic>
    </p:spTree>
    <p:extLst>
      <p:ext uri="{BB962C8B-B14F-4D97-AF65-F5344CB8AC3E}">
        <p14:creationId xmlns:p14="http://schemas.microsoft.com/office/powerpoint/2010/main" val="23516351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B1CCA-2409-A97A-C0C2-A01035E60B5C}"/>
              </a:ext>
            </a:extLst>
          </p:cNvPr>
          <p:cNvSpPr>
            <a:spLocks noGrp="1"/>
          </p:cNvSpPr>
          <p:nvPr>
            <p:ph type="title"/>
          </p:nvPr>
        </p:nvSpPr>
        <p:spPr/>
        <p:txBody>
          <a:bodyPr/>
          <a:lstStyle/>
          <a:p>
            <a:r>
              <a:rPr lang="en-IN" dirty="0"/>
              <a:t>Model training</a:t>
            </a:r>
          </a:p>
        </p:txBody>
      </p:sp>
      <p:pic>
        <p:nvPicPr>
          <p:cNvPr id="8" name="Content Placeholder 7">
            <a:extLst>
              <a:ext uri="{FF2B5EF4-FFF2-40B4-BE49-F238E27FC236}">
                <a16:creationId xmlns:a16="http://schemas.microsoft.com/office/drawing/2014/main" id="{75DA31D3-46F3-C0A2-2A83-9FC3D6FD1C71}"/>
              </a:ext>
            </a:extLst>
          </p:cNvPr>
          <p:cNvPicPr>
            <a:picLocks noGrp="1" noChangeAspect="1"/>
          </p:cNvPicPr>
          <p:nvPr>
            <p:ph sz="half" idx="1"/>
          </p:nvPr>
        </p:nvPicPr>
        <p:blipFill>
          <a:blip r:embed="rId2"/>
          <a:stretch>
            <a:fillRect/>
          </a:stretch>
        </p:blipFill>
        <p:spPr>
          <a:xfrm>
            <a:off x="1296664" y="3346336"/>
            <a:ext cx="4629796" cy="1629002"/>
          </a:xfrm>
        </p:spPr>
      </p:pic>
      <p:pic>
        <p:nvPicPr>
          <p:cNvPr id="10" name="Content Placeholder 9">
            <a:extLst>
              <a:ext uri="{FF2B5EF4-FFF2-40B4-BE49-F238E27FC236}">
                <a16:creationId xmlns:a16="http://schemas.microsoft.com/office/drawing/2014/main" id="{D657C5CB-AA46-5617-CCE7-A21EB4A75D43}"/>
              </a:ext>
            </a:extLst>
          </p:cNvPr>
          <p:cNvPicPr>
            <a:picLocks noGrp="1" noChangeAspect="1"/>
          </p:cNvPicPr>
          <p:nvPr>
            <p:ph sz="half" idx="2"/>
          </p:nvPr>
        </p:nvPicPr>
        <p:blipFill>
          <a:blip r:embed="rId3"/>
          <a:stretch>
            <a:fillRect/>
          </a:stretch>
        </p:blipFill>
        <p:spPr>
          <a:xfrm>
            <a:off x="6308725" y="2850598"/>
            <a:ext cx="4664075" cy="2620478"/>
          </a:xfrm>
        </p:spPr>
      </p:pic>
    </p:spTree>
    <p:extLst>
      <p:ext uri="{BB962C8B-B14F-4D97-AF65-F5344CB8AC3E}">
        <p14:creationId xmlns:p14="http://schemas.microsoft.com/office/powerpoint/2010/main" val="34643387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B841B-0E74-E027-A1C0-132A1ED7F0B1}"/>
              </a:ext>
            </a:extLst>
          </p:cNvPr>
          <p:cNvSpPr>
            <a:spLocks noGrp="1"/>
          </p:cNvSpPr>
          <p:nvPr>
            <p:ph type="title"/>
          </p:nvPr>
        </p:nvSpPr>
        <p:spPr/>
        <p:txBody>
          <a:bodyPr/>
          <a:lstStyle/>
          <a:p>
            <a:r>
              <a:rPr lang="en-IN" dirty="0"/>
              <a:t>Accuracy plot</a:t>
            </a:r>
          </a:p>
        </p:txBody>
      </p:sp>
      <p:pic>
        <p:nvPicPr>
          <p:cNvPr id="6" name="Content Placeholder 5">
            <a:extLst>
              <a:ext uri="{FF2B5EF4-FFF2-40B4-BE49-F238E27FC236}">
                <a16:creationId xmlns:a16="http://schemas.microsoft.com/office/drawing/2014/main" id="{E0C1D768-0C09-C1A2-1F3D-403F9ECB880F}"/>
              </a:ext>
            </a:extLst>
          </p:cNvPr>
          <p:cNvPicPr>
            <a:picLocks noGrp="1" noChangeAspect="1"/>
          </p:cNvPicPr>
          <p:nvPr>
            <p:ph sz="half" idx="1"/>
          </p:nvPr>
        </p:nvPicPr>
        <p:blipFill>
          <a:blip r:embed="rId2"/>
          <a:stretch>
            <a:fillRect/>
          </a:stretch>
        </p:blipFill>
        <p:spPr>
          <a:xfrm>
            <a:off x="1279525" y="2630084"/>
            <a:ext cx="4664075" cy="3061507"/>
          </a:xfrm>
        </p:spPr>
      </p:pic>
      <p:pic>
        <p:nvPicPr>
          <p:cNvPr id="8" name="Content Placeholder 7">
            <a:extLst>
              <a:ext uri="{FF2B5EF4-FFF2-40B4-BE49-F238E27FC236}">
                <a16:creationId xmlns:a16="http://schemas.microsoft.com/office/drawing/2014/main" id="{5ACE6BF5-9296-5663-26A4-8BEC91A8DB87}"/>
              </a:ext>
            </a:extLst>
          </p:cNvPr>
          <p:cNvPicPr>
            <a:picLocks noGrp="1" noChangeAspect="1"/>
          </p:cNvPicPr>
          <p:nvPr>
            <p:ph sz="half" idx="2"/>
          </p:nvPr>
        </p:nvPicPr>
        <p:blipFill>
          <a:blip r:embed="rId3"/>
          <a:stretch>
            <a:fillRect/>
          </a:stretch>
        </p:blipFill>
        <p:spPr>
          <a:xfrm>
            <a:off x="6353817" y="2378075"/>
            <a:ext cx="4573890" cy="3565525"/>
          </a:xfrm>
        </p:spPr>
      </p:pic>
    </p:spTree>
    <p:extLst>
      <p:ext uri="{BB962C8B-B14F-4D97-AF65-F5344CB8AC3E}">
        <p14:creationId xmlns:p14="http://schemas.microsoft.com/office/powerpoint/2010/main" val="19959178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30A76-B788-B363-104E-266B7C7F7208}"/>
              </a:ext>
            </a:extLst>
          </p:cNvPr>
          <p:cNvSpPr>
            <a:spLocks noGrp="1"/>
          </p:cNvSpPr>
          <p:nvPr>
            <p:ph type="title"/>
          </p:nvPr>
        </p:nvSpPr>
        <p:spPr>
          <a:xfrm>
            <a:off x="1280160" y="1097280"/>
            <a:ext cx="9821955" cy="914400"/>
          </a:xfrm>
          <a:noFill/>
        </p:spPr>
        <p:txBody>
          <a:bodyPr anchor="t" anchorCtr="0"/>
          <a:lstStyle/>
          <a:p>
            <a:r>
              <a:rPr lang="en-US" dirty="0"/>
              <a:t>Concepts of DIP </a:t>
            </a:r>
          </a:p>
        </p:txBody>
      </p:sp>
      <p:sp>
        <p:nvSpPr>
          <p:cNvPr id="3" name="Content Placeholder 2">
            <a:extLst>
              <a:ext uri="{FF2B5EF4-FFF2-40B4-BE49-F238E27FC236}">
                <a16:creationId xmlns:a16="http://schemas.microsoft.com/office/drawing/2014/main" id="{05948542-FCE1-3AE6-C6C9-17975609DF70}"/>
              </a:ext>
            </a:extLst>
          </p:cNvPr>
          <p:cNvSpPr>
            <a:spLocks noGrp="1"/>
          </p:cNvSpPr>
          <p:nvPr>
            <p:ph sz="half" idx="1"/>
          </p:nvPr>
        </p:nvSpPr>
        <p:spPr>
          <a:xfrm>
            <a:off x="1280160" y="2377440"/>
            <a:ext cx="9692640" cy="3566160"/>
          </a:xfrm>
          <a:solidFill>
            <a:schemeClr val="accent4"/>
          </a:solidFill>
        </p:spPr>
        <p:txBody>
          <a:bodyPr vert="horz" lIns="365760" tIns="365760" rIns="365760" bIns="365760" rtlCol="0" anchor="t">
            <a:normAutofit/>
          </a:bodyPr>
          <a:lstStyle/>
          <a:p>
            <a:r>
              <a:rPr lang="en-US" sz="2800" b="1" dirty="0"/>
              <a:t>Convolution Filtering</a:t>
            </a:r>
            <a:r>
              <a:rPr lang="en-US" sz="2800" dirty="0"/>
              <a:t> :- concept used in image sharpening, edge detection (like Sobel, Laplacian).</a:t>
            </a:r>
          </a:p>
          <a:p>
            <a:r>
              <a:rPr lang="en-IN" sz="2800" b="1" dirty="0"/>
              <a:t>Enhancement :- </a:t>
            </a:r>
            <a:r>
              <a:rPr lang="en-US" sz="2800" dirty="0"/>
              <a:t>One of the key image enhancement techniques in Digital Image Processing (DIP).</a:t>
            </a:r>
          </a:p>
        </p:txBody>
      </p:sp>
    </p:spTree>
    <p:extLst>
      <p:ext uri="{BB962C8B-B14F-4D97-AF65-F5344CB8AC3E}">
        <p14:creationId xmlns:p14="http://schemas.microsoft.com/office/powerpoint/2010/main" val="6437779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E39FA-84F2-3624-49D6-32B9E0363C56}"/>
              </a:ext>
            </a:extLst>
          </p:cNvPr>
          <p:cNvSpPr>
            <a:spLocks noGrp="1"/>
          </p:cNvSpPr>
          <p:nvPr>
            <p:ph type="title"/>
          </p:nvPr>
        </p:nvSpPr>
        <p:spPr>
          <a:xfrm>
            <a:off x="841248" y="3163824"/>
            <a:ext cx="10515600" cy="2322576"/>
          </a:xfrm>
          <a:noFill/>
        </p:spPr>
        <p:txBody>
          <a:bodyPr bIns="0" anchor="ctr" anchorCtr="0"/>
          <a:lstStyle/>
          <a:p>
            <a:r>
              <a:rPr lang="en-US" dirty="0"/>
              <a:t>Thank you</a:t>
            </a:r>
          </a:p>
        </p:txBody>
      </p:sp>
      <p:pic>
        <p:nvPicPr>
          <p:cNvPr id="7" name="Picture Placeholder 25" descr="Bacteria cultured in a petri dish for a laboratory or a scientific investigation">
            <a:extLst>
              <a:ext uri="{FF2B5EF4-FFF2-40B4-BE49-F238E27FC236}">
                <a16:creationId xmlns:a16="http://schemas.microsoft.com/office/drawing/2014/main" id="{F46DA087-2662-0725-53F9-CF835D1DC8F1}"/>
              </a:ext>
            </a:extLst>
          </p:cNvPr>
          <p:cNvPicPr>
            <a:picLocks noGrp="1" noChangeAspect="1"/>
          </p:cNvPicPr>
          <p:nvPr>
            <p:ph type="pic" sz="quarter" idx="13"/>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74" r="74"/>
          <a:stretch/>
        </p:blipFill>
        <p:spPr>
          <a:xfrm>
            <a:off x="4953000" y="548640"/>
            <a:ext cx="2286000" cy="2286000"/>
          </a:xfrm>
        </p:spPr>
      </p:pic>
    </p:spTree>
    <p:extLst>
      <p:ext uri="{BB962C8B-B14F-4D97-AF65-F5344CB8AC3E}">
        <p14:creationId xmlns:p14="http://schemas.microsoft.com/office/powerpoint/2010/main" val="487522735"/>
      </p:ext>
    </p:extLst>
  </p:cSld>
  <p:clrMapOvr>
    <a:masterClrMapping/>
  </p:clrMapOvr>
</p:sld>
</file>

<file path=ppt/theme/theme1.xml><?xml version="1.0" encoding="utf-8"?>
<a:theme xmlns:a="http://schemas.openxmlformats.org/drawingml/2006/main" name="Custom">
  <a:themeElements>
    <a:clrScheme name="Scientific Discovery">
      <a:dk1>
        <a:srgbClr val="000000"/>
      </a:dk1>
      <a:lt1>
        <a:srgbClr val="FFFFFF"/>
      </a:lt1>
      <a:dk2>
        <a:srgbClr val="44546A"/>
      </a:dk2>
      <a:lt2>
        <a:srgbClr val="E7E6E6"/>
      </a:lt2>
      <a:accent1>
        <a:srgbClr val="96D3ED"/>
      </a:accent1>
      <a:accent2>
        <a:srgbClr val="C7DBE1"/>
      </a:accent2>
      <a:accent3>
        <a:srgbClr val="688EBD"/>
      </a:accent3>
      <a:accent4>
        <a:srgbClr val="BCE5DD"/>
      </a:accent4>
      <a:accent5>
        <a:srgbClr val="66DDCC"/>
      </a:accent5>
      <a:accent6>
        <a:srgbClr val="E0CE61"/>
      </a:accent6>
      <a:hlink>
        <a:srgbClr val="0563C1"/>
      </a:hlink>
      <a:folHlink>
        <a:srgbClr val="954F72"/>
      </a:folHlink>
    </a:clrScheme>
    <a:fontScheme name="Custom 36">
      <a:majorFont>
        <a:latin typeface="Posterama"/>
        <a:ea typeface=""/>
        <a:cs typeface=""/>
      </a:majorFont>
      <a:minorFont>
        <a:latin typeface="Daytona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cientific discovery_V1_win32_EF_v4.potx" id="{C76E1CB0-558D-4FB9-AA8B-DAB0BFDB970A}" vid="{87D4F3E9-C3BB-413B-A87E-0B7BB674A5C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F8397A0-8C35-4EEE-8E61-47C914415B57}">
  <ds:schemaRefs>
    <ds:schemaRef ds:uri="http://schemas.microsoft.com/sharepoint/v3/contenttype/forms"/>
  </ds:schemaRefs>
</ds:datastoreItem>
</file>

<file path=customXml/itemProps2.xml><?xml version="1.0" encoding="utf-8"?>
<ds:datastoreItem xmlns:ds="http://schemas.openxmlformats.org/officeDocument/2006/customXml" ds:itemID="{B881D8D6-8849-400B-8BC9-21D401C7DD0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C9A734A7-6096-47AA-9737-CDF62701A00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{81732176-0A59-4193-80BF-A8F47391CA9B}tf67061901_win32</Template>
  <TotalTime>86</TotalTime>
  <Words>464</Words>
  <Application>Microsoft Office PowerPoint</Application>
  <PresentationFormat>Widescreen</PresentationFormat>
  <Paragraphs>54</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Courier New</vt:lpstr>
      <vt:lpstr>Daytona Condensed Light</vt:lpstr>
      <vt:lpstr>Posterama</vt:lpstr>
      <vt:lpstr>Custom</vt:lpstr>
      <vt:lpstr>Skin Cancer Detection</vt:lpstr>
      <vt:lpstr>Contents</vt:lpstr>
      <vt:lpstr>About Project</vt:lpstr>
      <vt:lpstr>Overview of current situation</vt:lpstr>
      <vt:lpstr>How DIP can overcome the issues  </vt:lpstr>
      <vt:lpstr>Image enhancement</vt:lpstr>
      <vt:lpstr>Image normalization</vt:lpstr>
      <vt:lpstr>segmentation</vt:lpstr>
      <vt:lpstr>Colour-space transform</vt:lpstr>
      <vt:lpstr>Working of system(code)</vt:lpstr>
      <vt:lpstr>PowerPoint Presentation</vt:lpstr>
      <vt:lpstr>CNN model Architecture </vt:lpstr>
      <vt:lpstr>Data Generation</vt:lpstr>
      <vt:lpstr>Model training</vt:lpstr>
      <vt:lpstr>Accuracy plot</vt:lpstr>
      <vt:lpstr>Concepts of DIP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Himanshu Chaudhari</dc:creator>
  <cp:lastModifiedBy>Himanshu Chaudhari</cp:lastModifiedBy>
  <cp:revision>2</cp:revision>
  <dcterms:created xsi:type="dcterms:W3CDTF">2025-04-09T09:23:54Z</dcterms:created>
  <dcterms:modified xsi:type="dcterms:W3CDTF">2025-12-30T16:44:09Z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